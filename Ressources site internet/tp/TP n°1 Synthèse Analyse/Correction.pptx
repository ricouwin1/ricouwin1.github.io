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70" r:id="rId5"/>
    <p:sldId id="259" r:id="rId6"/>
    <p:sldId id="278" r:id="rId7"/>
    <p:sldId id="277" r:id="rId8"/>
    <p:sldId id="279" r:id="rId9"/>
    <p:sldId id="260" r:id="rId10"/>
    <p:sldId id="280" r:id="rId11"/>
    <p:sldId id="276" r:id="rId12"/>
    <p:sldId id="262" r:id="rId13"/>
    <p:sldId id="268" r:id="rId14"/>
    <p:sldId id="269" r:id="rId15"/>
    <p:sldId id="267" r:id="rId16"/>
    <p:sldId id="263" r:id="rId17"/>
    <p:sldId id="264" r:id="rId18"/>
    <p:sldId id="265" r:id="rId19"/>
    <p:sldId id="266" r:id="rId20"/>
    <p:sldId id="285" r:id="rId21"/>
    <p:sldId id="272" r:id="rId22"/>
    <p:sldId id="274" r:id="rId23"/>
    <p:sldId id="275" r:id="rId24"/>
    <p:sldId id="281" r:id="rId25"/>
    <p:sldId id="282" r:id="rId26"/>
    <p:sldId id="284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465E012-09C2-4815-9892-B3EFA04E9CD7}">
          <p14:sldIdLst>
            <p14:sldId id="256"/>
          </p14:sldIdLst>
        </p14:section>
        <p14:section name="Introduction" id="{E9545BF1-74FA-488C-BBAA-F5D31A0446BB}">
          <p14:sldIdLst>
            <p14:sldId id="257"/>
            <p14:sldId id="258"/>
            <p14:sldId id="270"/>
          </p14:sldIdLst>
        </p14:section>
        <p14:section name="synthèse acétate d'isoamyle" id="{FB170C5B-3FC5-4FEA-93D8-407BCFD0BD81}">
          <p14:sldIdLst>
            <p14:sldId id="259"/>
            <p14:sldId id="278"/>
            <p14:sldId id="277"/>
            <p14:sldId id="279"/>
            <p14:sldId id="260"/>
            <p14:sldId id="280"/>
          </p14:sldIdLst>
        </p14:section>
        <p14:section name="caractérisation de la synthèse" id="{BB5AE953-F841-4652-9775-9516A653677C}">
          <p14:sldIdLst>
            <p14:sldId id="276"/>
            <p14:sldId id="262"/>
            <p14:sldId id="268"/>
            <p14:sldId id="269"/>
          </p14:sldIdLst>
        </p14:section>
        <p14:section name="analyse des matières premières" id="{74F33E8E-EF80-4C72-BE38-4E47F1E03D90}">
          <p14:sldIdLst>
            <p14:sldId id="267"/>
            <p14:sldId id="263"/>
            <p14:sldId id="264"/>
          </p14:sldIdLst>
        </p14:section>
        <p14:section name="maintenance des appareils" id="{72AE9ED4-B3D8-42F1-9062-552732DD1BC5}">
          <p14:sldIdLst>
            <p14:sldId id="265"/>
            <p14:sldId id="266"/>
            <p14:sldId id="285"/>
            <p14:sldId id="272"/>
            <p14:sldId id="274"/>
            <p14:sldId id="275"/>
            <p14:sldId id="281"/>
            <p14:sldId id="282"/>
            <p14:sldId id="284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Winckler" initials="EW" lastIdx="1" clrIdx="0">
    <p:extLst>
      <p:ext uri="{19B8F6BF-5375-455C-9EA6-DF929625EA0E}">
        <p15:presenceInfo xmlns:p15="http://schemas.microsoft.com/office/powerpoint/2012/main" userId="4caff77bfd362a1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8E4"/>
    <a:srgbClr val="F3F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0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6AAF94-33BD-4B08-9E6A-1584D847C66F}" type="doc">
      <dgm:prSet loTypeId="urn:microsoft.com/office/officeart/2005/8/layout/chevron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78B73E83-7345-40DE-B835-738DBE462DEF}">
      <dgm:prSet phldrT="[Texte]"/>
      <dgm:spPr/>
      <dgm:t>
        <a:bodyPr/>
        <a:lstStyle/>
        <a:p>
          <a:r>
            <a:rPr lang="fr-FR" dirty="0"/>
            <a:t>Lavage</a:t>
          </a:r>
        </a:p>
      </dgm:t>
    </dgm:pt>
    <dgm:pt modelId="{1CAEE950-AFCD-48FE-BA2A-A8990F15FE9F}" type="parTrans" cxnId="{7F84A718-77A1-4DFF-9C0C-B1EE74B51641}">
      <dgm:prSet/>
      <dgm:spPr/>
      <dgm:t>
        <a:bodyPr/>
        <a:lstStyle/>
        <a:p>
          <a:endParaRPr lang="fr-FR"/>
        </a:p>
      </dgm:t>
    </dgm:pt>
    <dgm:pt modelId="{DEFFFD4F-5B3A-44FE-A968-38724BABCC5E}" type="sibTrans" cxnId="{7F84A718-77A1-4DFF-9C0C-B1EE74B51641}">
      <dgm:prSet/>
      <dgm:spPr/>
      <dgm:t>
        <a:bodyPr/>
        <a:lstStyle/>
        <a:p>
          <a:endParaRPr lang="fr-FR"/>
        </a:p>
      </dgm:t>
    </dgm:pt>
    <dgm:pt modelId="{A4EE6CA8-EC2F-4B51-BAAE-7A307E125E87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Eau</a:t>
          </a:r>
        </a:p>
      </dgm:t>
    </dgm:pt>
    <dgm:pt modelId="{71DA4629-6C70-4440-A797-B6BEADCF45F6}" type="parTrans" cxnId="{D039B74F-6CDA-4170-9692-49D7B06E6BC2}">
      <dgm:prSet/>
      <dgm:spPr/>
      <dgm:t>
        <a:bodyPr/>
        <a:lstStyle/>
        <a:p>
          <a:endParaRPr lang="fr-FR"/>
        </a:p>
      </dgm:t>
    </dgm:pt>
    <dgm:pt modelId="{EB13B817-0BDF-423A-9C9C-9D32DAEEE2E3}" type="sibTrans" cxnId="{D039B74F-6CDA-4170-9692-49D7B06E6BC2}">
      <dgm:prSet/>
      <dgm:spPr/>
      <dgm:t>
        <a:bodyPr/>
        <a:lstStyle/>
        <a:p>
          <a:endParaRPr lang="fr-FR"/>
        </a:p>
      </dgm:t>
    </dgm:pt>
    <dgm:pt modelId="{C9F9E113-FE8E-4EC3-AA8F-F7407989EDDB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Solution d’NaHCO</a:t>
          </a:r>
          <a:r>
            <a:rPr lang="fr-FR" sz="1300" b="1" baseline="-25000" dirty="0"/>
            <a:t>3</a:t>
          </a:r>
        </a:p>
      </dgm:t>
    </dgm:pt>
    <dgm:pt modelId="{7D0FF80F-23DD-46A3-A609-EE6361E5BBDB}" type="parTrans" cxnId="{FD0A67F5-430C-4D0E-9EB5-3DDC66ADF57B}">
      <dgm:prSet/>
      <dgm:spPr/>
      <dgm:t>
        <a:bodyPr/>
        <a:lstStyle/>
        <a:p>
          <a:endParaRPr lang="fr-FR"/>
        </a:p>
      </dgm:t>
    </dgm:pt>
    <dgm:pt modelId="{35C84E8A-8CDD-4EDB-9752-ED5960A9E240}" type="sibTrans" cxnId="{FD0A67F5-430C-4D0E-9EB5-3DDC66ADF57B}">
      <dgm:prSet/>
      <dgm:spPr/>
      <dgm:t>
        <a:bodyPr/>
        <a:lstStyle/>
        <a:p>
          <a:endParaRPr lang="fr-FR"/>
        </a:p>
      </dgm:t>
    </dgm:pt>
    <dgm:pt modelId="{36F88FDA-3993-4CB6-96DC-75052802B144}">
      <dgm:prSet phldrT="[Texte]"/>
      <dgm:spPr/>
      <dgm:t>
        <a:bodyPr/>
        <a:lstStyle/>
        <a:p>
          <a:r>
            <a:rPr lang="fr-FR" dirty="0"/>
            <a:t>Séchage</a:t>
          </a:r>
        </a:p>
      </dgm:t>
    </dgm:pt>
    <dgm:pt modelId="{1EF9B1DE-176C-4E8F-BB1A-98AF9EB07023}" type="parTrans" cxnId="{302D28B9-6958-4635-923C-FF8592DDE07C}">
      <dgm:prSet/>
      <dgm:spPr/>
      <dgm:t>
        <a:bodyPr/>
        <a:lstStyle/>
        <a:p>
          <a:endParaRPr lang="fr-FR"/>
        </a:p>
      </dgm:t>
    </dgm:pt>
    <dgm:pt modelId="{B43769D3-4146-4D5E-B899-40F2495C3D40}" type="sibTrans" cxnId="{302D28B9-6958-4635-923C-FF8592DDE07C}">
      <dgm:prSet/>
      <dgm:spPr/>
      <dgm:t>
        <a:bodyPr/>
        <a:lstStyle/>
        <a:p>
          <a:endParaRPr lang="fr-FR"/>
        </a:p>
      </dgm:t>
    </dgm:pt>
    <dgm:pt modelId="{3595AF7E-6A25-445D-9267-BAEF02D0BFA5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4</a:t>
          </a:r>
        </a:p>
      </dgm:t>
    </dgm:pt>
    <dgm:pt modelId="{9942E6AE-9A7F-4719-AD09-B2EDC9CF3525}" type="parTrans" cxnId="{5547FFA1-A2DD-49A4-A608-EDB0A0D5F28B}">
      <dgm:prSet/>
      <dgm:spPr/>
      <dgm:t>
        <a:bodyPr/>
        <a:lstStyle/>
        <a:p>
          <a:endParaRPr lang="fr-FR"/>
        </a:p>
      </dgm:t>
    </dgm:pt>
    <dgm:pt modelId="{22C5C487-BBD5-464B-AB4B-1B5B4F93B2CF}" type="sibTrans" cxnId="{5547FFA1-A2DD-49A4-A608-EDB0A0D5F28B}">
      <dgm:prSet/>
      <dgm:spPr/>
      <dgm:t>
        <a:bodyPr/>
        <a:lstStyle/>
        <a:p>
          <a:endParaRPr lang="fr-FR"/>
        </a:p>
      </dgm:t>
    </dgm:pt>
    <dgm:pt modelId="{F7B16A0C-B850-4CC7-AFD8-11A4059CBF1B}">
      <dgm:prSet phldrT="[Texte]"/>
      <dgm:spPr/>
      <dgm:t>
        <a:bodyPr/>
        <a:lstStyle/>
        <a:p>
          <a:r>
            <a:rPr lang="fr-FR" dirty="0"/>
            <a:t>Analyses</a:t>
          </a:r>
        </a:p>
      </dgm:t>
    </dgm:pt>
    <dgm:pt modelId="{51E4D137-D15E-4E2A-9410-549F23881914}" type="parTrans" cxnId="{B93DF0BF-47EA-471C-972B-C6C14FC86EE5}">
      <dgm:prSet/>
      <dgm:spPr/>
      <dgm:t>
        <a:bodyPr/>
        <a:lstStyle/>
        <a:p>
          <a:endParaRPr lang="fr-FR"/>
        </a:p>
      </dgm:t>
    </dgm:pt>
    <dgm:pt modelId="{6AEE466B-5087-433B-9567-46AA471D834F}" type="sibTrans" cxnId="{B93DF0BF-47EA-471C-972B-C6C14FC86EE5}">
      <dgm:prSet/>
      <dgm:spPr/>
      <dgm:t>
        <a:bodyPr/>
        <a:lstStyle/>
        <a:p>
          <a:endParaRPr lang="fr-FR"/>
        </a:p>
      </dgm:t>
    </dgm:pt>
    <dgm:pt modelId="{22BE1DC7-6E3B-4967-AF7B-A3F0E74816A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</dgm:t>
    </dgm:pt>
    <dgm:pt modelId="{A028288F-AEE5-4292-9DEC-96F616FA502A}" type="parTrans" cxnId="{A395E31B-7581-41F1-BFD8-1260D04CEB03}">
      <dgm:prSet/>
      <dgm:spPr/>
      <dgm:t>
        <a:bodyPr/>
        <a:lstStyle/>
        <a:p>
          <a:endParaRPr lang="fr-FR"/>
        </a:p>
      </dgm:t>
    </dgm:pt>
    <dgm:pt modelId="{D502D834-D3FE-4F8A-AFD8-20C8D1A39D4D}" type="sibTrans" cxnId="{A395E31B-7581-41F1-BFD8-1260D04CEB03}">
      <dgm:prSet/>
      <dgm:spPr/>
      <dgm:t>
        <a:bodyPr/>
        <a:lstStyle/>
        <a:p>
          <a:endParaRPr lang="fr-FR"/>
        </a:p>
      </dgm:t>
    </dgm:pt>
    <dgm:pt modelId="{925EC967-068D-437E-B31F-413872FE71E0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baseline="0" dirty="0"/>
            <a:t>Eau salée</a:t>
          </a:r>
        </a:p>
      </dgm:t>
    </dgm:pt>
    <dgm:pt modelId="{7A2EDEB8-DC38-4A29-B8E8-5BE49E92C850}" type="parTrans" cxnId="{416A33BD-0ED1-475C-B07B-0753F0DDC4EA}">
      <dgm:prSet/>
      <dgm:spPr/>
      <dgm:t>
        <a:bodyPr/>
        <a:lstStyle/>
        <a:p>
          <a:endParaRPr lang="fr-FR"/>
        </a:p>
      </dgm:t>
    </dgm:pt>
    <dgm:pt modelId="{F69099FA-5398-4B76-9808-84CB448B2EAB}" type="sibTrans" cxnId="{416A33BD-0ED1-475C-B07B-0753F0DDC4EA}">
      <dgm:prSet/>
      <dgm:spPr/>
      <dgm:t>
        <a:bodyPr/>
        <a:lstStyle/>
        <a:p>
          <a:endParaRPr lang="fr-FR"/>
        </a:p>
      </dgm:t>
    </dgm:pt>
    <dgm:pt modelId="{2D3C9F95-4160-4C84-BADE-76E231A6574A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</dgm:t>
    </dgm:pt>
    <dgm:pt modelId="{37092CC1-17D5-47A0-B59C-48318B0E7E33}" type="parTrans" cxnId="{BF58B178-85A1-4236-93EF-F0842BBC5749}">
      <dgm:prSet/>
      <dgm:spPr/>
      <dgm:t>
        <a:bodyPr/>
        <a:lstStyle/>
        <a:p>
          <a:endParaRPr lang="fr-FR"/>
        </a:p>
      </dgm:t>
    </dgm:pt>
    <dgm:pt modelId="{4D6CEBFB-BD04-412C-9659-089C6F14FC5A}" type="sibTrans" cxnId="{BF58B178-85A1-4236-93EF-F0842BBC5749}">
      <dgm:prSet/>
      <dgm:spPr/>
      <dgm:t>
        <a:bodyPr/>
        <a:lstStyle/>
        <a:p>
          <a:endParaRPr lang="fr-FR"/>
        </a:p>
      </dgm:t>
    </dgm:pt>
    <dgm:pt modelId="{DE4E7CA1-C201-42F0-B53B-F1BAE679005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gm:t>
    </dgm:pt>
    <dgm:pt modelId="{7D57C534-C01C-412D-B1B1-FD81C8961563}" type="parTrans" cxnId="{47C75B8C-08B7-4BBB-A400-4DB67927E4D9}">
      <dgm:prSet/>
      <dgm:spPr/>
      <dgm:t>
        <a:bodyPr/>
        <a:lstStyle/>
        <a:p>
          <a:endParaRPr lang="fr-FR"/>
        </a:p>
      </dgm:t>
    </dgm:pt>
    <dgm:pt modelId="{B47C1B98-3B1C-43DC-8F96-0C8C7952E138}" type="sibTrans" cxnId="{47C75B8C-08B7-4BBB-A400-4DB67927E4D9}">
      <dgm:prSet/>
      <dgm:spPr/>
      <dgm:t>
        <a:bodyPr/>
        <a:lstStyle/>
        <a:p>
          <a:endParaRPr lang="fr-FR"/>
        </a:p>
      </dgm:t>
    </dgm:pt>
    <dgm:pt modelId="{686E15F9-0E33-4251-9D78-D0923E5C472E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brut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</a:p>
      </dgm:t>
    </dgm:pt>
    <dgm:pt modelId="{82409B20-2EEB-4905-9F97-5305B1109C5B}" type="parTrans" cxnId="{DCFD21CD-3C2B-49BD-B17C-A6CB950BD177}">
      <dgm:prSet/>
      <dgm:spPr/>
      <dgm:t>
        <a:bodyPr/>
        <a:lstStyle/>
        <a:p>
          <a:endParaRPr lang="fr-FR"/>
        </a:p>
      </dgm:t>
    </dgm:pt>
    <dgm:pt modelId="{0A0D0EE2-BEE0-4F69-988A-98D990318EB1}" type="sibTrans" cxnId="{DCFD21CD-3C2B-49BD-B17C-A6CB950BD177}">
      <dgm:prSet/>
      <dgm:spPr/>
      <dgm:t>
        <a:bodyPr/>
        <a:lstStyle/>
        <a:p>
          <a:endParaRPr lang="fr-FR"/>
        </a:p>
      </dgm:t>
    </dgm:pt>
    <dgm:pt modelId="{69D64F5C-1B53-408A-989F-3848C675540E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194A8AB0-E384-4C83-80A8-C54DC3110A10}" type="parTrans" cxnId="{A3DD848B-0799-4A7E-86E2-EA4B01163ACF}">
      <dgm:prSet/>
      <dgm:spPr/>
      <dgm:t>
        <a:bodyPr/>
        <a:lstStyle/>
        <a:p>
          <a:endParaRPr lang="fr-FR"/>
        </a:p>
      </dgm:t>
    </dgm:pt>
    <dgm:pt modelId="{501DF7B3-6550-4680-91B3-FAA3EF730F0B}" type="sibTrans" cxnId="{A3DD848B-0799-4A7E-86E2-EA4B01163ACF}">
      <dgm:prSet/>
      <dgm:spPr/>
      <dgm:t>
        <a:bodyPr/>
        <a:lstStyle/>
        <a:p>
          <a:endParaRPr lang="fr-FR"/>
        </a:p>
      </dgm:t>
    </dgm:pt>
    <dgm:pt modelId="{640A14DD-BD05-44C5-BEF2-CF907657EE9E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fr-FR" sz="1300" b="1" dirty="0"/>
            <a:t>Nécessité d’une purification par purification ?</a:t>
          </a:r>
        </a:p>
      </dgm:t>
    </dgm:pt>
    <dgm:pt modelId="{8910C2B8-7504-440E-A8D4-BD2C5A3BB755}" type="parTrans" cxnId="{45CBC0C6-FAF8-423A-8823-4E441AF20F5D}">
      <dgm:prSet/>
      <dgm:spPr/>
      <dgm:t>
        <a:bodyPr/>
        <a:lstStyle/>
        <a:p>
          <a:endParaRPr lang="fr-FR"/>
        </a:p>
      </dgm:t>
    </dgm:pt>
    <dgm:pt modelId="{F0A92515-D165-48D1-9DC7-30E849657616}" type="sibTrans" cxnId="{45CBC0C6-FAF8-423A-8823-4E441AF20F5D}">
      <dgm:prSet/>
      <dgm:spPr/>
      <dgm:t>
        <a:bodyPr/>
        <a:lstStyle/>
        <a:p>
          <a:endParaRPr lang="fr-FR"/>
        </a:p>
      </dgm:t>
    </dgm:pt>
    <dgm:pt modelId="{43E15B2E-4824-4A33-A5E2-60FB88E498CD}">
      <dgm:prSet phldrT="[Texte]"/>
      <dgm:spPr/>
      <dgm:t>
        <a:bodyPr/>
        <a:lstStyle/>
        <a:p>
          <a:r>
            <a:rPr lang="fr-FR" dirty="0"/>
            <a:t>Purification</a:t>
          </a:r>
        </a:p>
      </dgm:t>
    </dgm:pt>
    <dgm:pt modelId="{5F9C48AC-EE91-421F-B797-629C3BDE1CF4}" type="parTrans" cxnId="{ACD96B4D-848E-452E-B1F8-7BCBABBD48E9}">
      <dgm:prSet/>
      <dgm:spPr/>
      <dgm:t>
        <a:bodyPr/>
        <a:lstStyle/>
        <a:p>
          <a:endParaRPr lang="fr-FR"/>
        </a:p>
      </dgm:t>
    </dgm:pt>
    <dgm:pt modelId="{10FFFF80-22EE-4DDE-AA2E-E997234039A1}" type="sibTrans" cxnId="{ACD96B4D-848E-452E-B1F8-7BCBABBD48E9}">
      <dgm:prSet/>
      <dgm:spPr/>
      <dgm:t>
        <a:bodyPr/>
        <a:lstStyle/>
        <a:p>
          <a:endParaRPr lang="fr-FR"/>
        </a:p>
      </dgm:t>
    </dgm:pt>
    <dgm:pt modelId="{73F03463-D29D-4967-8627-AB30028565C0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fr-FR" sz="1300" b="1" dirty="0"/>
            <a:t>Distillation fractionnée</a:t>
          </a:r>
        </a:p>
      </dgm:t>
    </dgm:pt>
    <dgm:pt modelId="{F3F07D5B-E009-4E44-8442-8401FB8A8F83}" type="parTrans" cxnId="{EE86F0F2-3D1E-4B69-9948-21AE945417AE}">
      <dgm:prSet/>
      <dgm:spPr/>
      <dgm:t>
        <a:bodyPr/>
        <a:lstStyle/>
        <a:p>
          <a:endParaRPr lang="fr-FR"/>
        </a:p>
      </dgm:t>
    </dgm:pt>
    <dgm:pt modelId="{85A23800-61D3-4039-8651-407D9A0C23CD}" type="sibTrans" cxnId="{EE86F0F2-3D1E-4B69-9948-21AE945417AE}">
      <dgm:prSet/>
      <dgm:spPr/>
      <dgm:t>
        <a:bodyPr/>
        <a:lstStyle/>
        <a:p>
          <a:endParaRPr lang="fr-FR"/>
        </a:p>
      </dgm:t>
    </dgm:pt>
    <dgm:pt modelId="{CE862AE3-BA56-4DC3-B213-8BA1B5FDF8C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fr-FR" sz="1300" b="1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pur </a:t>
          </a:r>
          <a:r>
            <a:rPr lang="fr-FR" sz="13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  <a:endParaRPr lang="fr-FR" sz="1300" b="1" dirty="0"/>
        </a:p>
      </dgm:t>
    </dgm:pt>
    <dgm:pt modelId="{1A429C1C-5184-4943-B8B1-D3F0C6F6FDBE}" type="parTrans" cxnId="{AB8BB9EF-41B5-4C8A-B8B0-DE9C5895DB76}">
      <dgm:prSet/>
      <dgm:spPr/>
      <dgm:t>
        <a:bodyPr/>
        <a:lstStyle/>
        <a:p>
          <a:endParaRPr lang="fr-FR"/>
        </a:p>
      </dgm:t>
    </dgm:pt>
    <dgm:pt modelId="{FB619140-E9BF-468C-9377-47C7B922AD00}" type="sibTrans" cxnId="{AB8BB9EF-41B5-4C8A-B8B0-DE9C5895DB76}">
      <dgm:prSet/>
      <dgm:spPr/>
      <dgm:t>
        <a:bodyPr/>
        <a:lstStyle/>
        <a:p>
          <a:endParaRPr lang="fr-FR"/>
        </a:p>
      </dgm:t>
    </dgm:pt>
    <dgm:pt modelId="{A02ED518-9289-465A-AFE2-57153AA59B56}" type="pres">
      <dgm:prSet presAssocID="{8E6AAF94-33BD-4B08-9E6A-1584D847C66F}" presName="linearFlow" presStyleCnt="0">
        <dgm:presLayoutVars>
          <dgm:dir/>
          <dgm:animLvl val="lvl"/>
          <dgm:resizeHandles val="exact"/>
        </dgm:presLayoutVars>
      </dgm:prSet>
      <dgm:spPr/>
    </dgm:pt>
    <dgm:pt modelId="{2D38AA77-52EC-4255-981C-94417AA7D989}" type="pres">
      <dgm:prSet presAssocID="{78B73E83-7345-40DE-B835-738DBE462DEF}" presName="composite" presStyleCnt="0"/>
      <dgm:spPr/>
    </dgm:pt>
    <dgm:pt modelId="{5DDA5A45-4B1B-4D33-8EC7-AAA94FA43443}" type="pres">
      <dgm:prSet presAssocID="{78B73E83-7345-40DE-B835-738DBE462DEF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E2140CC1-4DE0-4C6C-993B-26C89BEA89D5}" type="pres">
      <dgm:prSet presAssocID="{78B73E83-7345-40DE-B835-738DBE462DEF}" presName="descendantText" presStyleLbl="alignAcc1" presStyleIdx="0" presStyleCnt="5" custScaleY="127213">
        <dgm:presLayoutVars>
          <dgm:bulletEnabled val="1"/>
        </dgm:presLayoutVars>
      </dgm:prSet>
      <dgm:spPr/>
    </dgm:pt>
    <dgm:pt modelId="{EF9DAD7F-3E1B-4079-A9DB-9A6135774EA3}" type="pres">
      <dgm:prSet presAssocID="{DEFFFD4F-5B3A-44FE-A968-38724BABCC5E}" presName="sp" presStyleCnt="0"/>
      <dgm:spPr/>
    </dgm:pt>
    <dgm:pt modelId="{B592B5C7-9976-40E5-995C-0EDDC614667D}" type="pres">
      <dgm:prSet presAssocID="{36F88FDA-3993-4CB6-96DC-75052802B144}" presName="composite" presStyleCnt="0"/>
      <dgm:spPr/>
    </dgm:pt>
    <dgm:pt modelId="{9210392A-C129-4F1C-B836-572CE19EFFDA}" type="pres">
      <dgm:prSet presAssocID="{36F88FDA-3993-4CB6-96DC-75052802B14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C23F4827-5A7E-4D68-A2D3-BE1B1F443579}" type="pres">
      <dgm:prSet presAssocID="{36F88FDA-3993-4CB6-96DC-75052802B144}" presName="descendantText" presStyleLbl="alignAcc1" presStyleIdx="1" presStyleCnt="5" custLinFactNeighborY="0">
        <dgm:presLayoutVars>
          <dgm:bulletEnabled val="1"/>
        </dgm:presLayoutVars>
      </dgm:prSet>
      <dgm:spPr>
        <a:xfrm rot="5400000">
          <a:off x="1890763" y="897857"/>
          <a:ext cx="1147788" cy="2457155"/>
        </a:xfrm>
        <a:prstGeom prst="round2SameRect">
          <a:avLst/>
        </a:prstGeom>
      </dgm:spPr>
    </dgm:pt>
    <dgm:pt modelId="{5DB7DEFF-C933-434C-A3DF-13A72B52FCC7}" type="pres">
      <dgm:prSet presAssocID="{B43769D3-4146-4D5E-B899-40F2495C3D40}" presName="sp" presStyleCnt="0"/>
      <dgm:spPr/>
    </dgm:pt>
    <dgm:pt modelId="{6211C8C8-BBA0-4994-B1A6-52E7D9C529BE}" type="pres">
      <dgm:prSet presAssocID="{69D64F5C-1B53-408A-989F-3848C675540E}" presName="composite" presStyleCnt="0"/>
      <dgm:spPr/>
    </dgm:pt>
    <dgm:pt modelId="{31764D63-9101-4415-9B22-ACD5E3D39437}" type="pres">
      <dgm:prSet presAssocID="{69D64F5C-1B53-408A-989F-3848C675540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F0CBAD7E-68D3-4049-A4BB-99FD33877F42}" type="pres">
      <dgm:prSet presAssocID="{69D64F5C-1B53-408A-989F-3848C675540E}" presName="descendantText" presStyleLbl="alignAcc1" presStyleIdx="2" presStyleCnt="5">
        <dgm:presLayoutVars>
          <dgm:bulletEnabled val="1"/>
        </dgm:presLayoutVars>
      </dgm:prSet>
      <dgm:spPr>
        <a:xfrm rot="5400000">
          <a:off x="1880018" y="1409926"/>
          <a:ext cx="868431" cy="2758000"/>
        </a:xfrm>
        <a:prstGeom prst="round2SameRect">
          <a:avLst/>
        </a:prstGeom>
      </dgm:spPr>
    </dgm:pt>
    <dgm:pt modelId="{1E6CDBCA-B497-45D7-8560-F613CEBB9360}" type="pres">
      <dgm:prSet presAssocID="{501DF7B3-6550-4680-91B3-FAA3EF730F0B}" presName="sp" presStyleCnt="0"/>
      <dgm:spPr/>
    </dgm:pt>
    <dgm:pt modelId="{B52A99E2-6277-4790-9844-861B9BC90AB0}" type="pres">
      <dgm:prSet presAssocID="{43E15B2E-4824-4A33-A5E2-60FB88E498CD}" presName="composite" presStyleCnt="0"/>
      <dgm:spPr/>
    </dgm:pt>
    <dgm:pt modelId="{804854F1-8D0C-4671-9642-305477FCC0EF}" type="pres">
      <dgm:prSet presAssocID="{43E15B2E-4824-4A33-A5E2-60FB88E498CD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5001A820-1367-4B37-A77F-178D7C1FD29E}" type="pres">
      <dgm:prSet presAssocID="{43E15B2E-4824-4A33-A5E2-60FB88E498CD}" presName="descendantText" presStyleLbl="alignAcc1" presStyleIdx="3" presStyleCnt="5">
        <dgm:presLayoutVars>
          <dgm:bulletEnabled val="1"/>
        </dgm:presLayoutVars>
      </dgm:prSet>
      <dgm:spPr>
        <a:xfrm rot="5400000">
          <a:off x="1873533" y="1723737"/>
          <a:ext cx="699804" cy="2939599"/>
        </a:xfrm>
        <a:prstGeom prst="round2SameRect">
          <a:avLst/>
        </a:prstGeom>
      </dgm:spPr>
    </dgm:pt>
    <dgm:pt modelId="{3DB892F2-F990-4BF2-A185-FEB486D66692}" type="pres">
      <dgm:prSet presAssocID="{10FFFF80-22EE-4DDE-AA2E-E997234039A1}" presName="sp" presStyleCnt="0"/>
      <dgm:spPr/>
    </dgm:pt>
    <dgm:pt modelId="{3C481C47-1FA8-489C-9D39-D4F818805EA0}" type="pres">
      <dgm:prSet presAssocID="{F7B16A0C-B850-4CC7-AFD8-11A4059CBF1B}" presName="composite" presStyleCnt="0"/>
      <dgm:spPr/>
    </dgm:pt>
    <dgm:pt modelId="{53E71D94-4252-4258-818C-ACF8F1C9C3EB}" type="pres">
      <dgm:prSet presAssocID="{F7B16A0C-B850-4CC7-AFD8-11A4059CBF1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665EF99A-8647-4915-92A3-760CA4535F5D}" type="pres">
      <dgm:prSet presAssocID="{F7B16A0C-B850-4CC7-AFD8-11A4059CBF1B}" presName="descendantText" presStyleLbl="alignAcc1" presStyleIdx="4" presStyleCnt="5" custScaleY="148346">
        <dgm:presLayoutVars>
          <dgm:bulletEnabled val="1"/>
        </dgm:presLayoutVars>
      </dgm:prSet>
      <dgm:spPr>
        <a:xfrm rot="5400000">
          <a:off x="1890763" y="2450250"/>
          <a:ext cx="1147788" cy="2457155"/>
        </a:xfrm>
        <a:prstGeom prst="round2SameRect">
          <a:avLst/>
        </a:prstGeom>
      </dgm:spPr>
    </dgm:pt>
  </dgm:ptLst>
  <dgm:cxnLst>
    <dgm:cxn modelId="{6179820B-A752-402A-AD2C-52310A9748D2}" type="presOf" srcId="{2D3C9F95-4160-4C84-BADE-76E231A6574A}" destId="{665EF99A-8647-4915-92A3-760CA4535F5D}" srcOrd="0" destOrd="1" presId="urn:microsoft.com/office/officeart/2005/8/layout/chevron2"/>
    <dgm:cxn modelId="{7F84A718-77A1-4DFF-9C0C-B1EE74B51641}" srcId="{8E6AAF94-33BD-4B08-9E6A-1584D847C66F}" destId="{78B73E83-7345-40DE-B835-738DBE462DEF}" srcOrd="0" destOrd="0" parTransId="{1CAEE950-AFCD-48FE-BA2A-A8990F15FE9F}" sibTransId="{DEFFFD4F-5B3A-44FE-A968-38724BABCC5E}"/>
    <dgm:cxn modelId="{F3EDAA19-857F-4651-ADFA-A4EFB9BF0564}" type="presOf" srcId="{69D64F5C-1B53-408A-989F-3848C675540E}" destId="{31764D63-9101-4415-9B22-ACD5E3D39437}" srcOrd="0" destOrd="0" presId="urn:microsoft.com/office/officeart/2005/8/layout/chevron2"/>
    <dgm:cxn modelId="{A395E31B-7581-41F1-BFD8-1260D04CEB03}" srcId="{F7B16A0C-B850-4CC7-AFD8-11A4059CBF1B}" destId="{22BE1DC7-6E3B-4967-AF7B-A3F0E74816A8}" srcOrd="0" destOrd="0" parTransId="{A028288F-AEE5-4292-9DEC-96F616FA502A}" sibTransId="{D502D834-D3FE-4F8A-AFD8-20C8D1A39D4D}"/>
    <dgm:cxn modelId="{D9B30A23-0DEB-4B79-A7B6-CAC92A1C99FD}" type="presOf" srcId="{DE4E7CA1-C201-42F0-B53B-F1BAE6790058}" destId="{665EF99A-8647-4915-92A3-760CA4535F5D}" srcOrd="0" destOrd="2" presId="urn:microsoft.com/office/officeart/2005/8/layout/chevron2"/>
    <dgm:cxn modelId="{FCDE0231-5311-4F93-A814-D3F5D2C9D8EB}" type="presOf" srcId="{8E6AAF94-33BD-4B08-9E6A-1584D847C66F}" destId="{A02ED518-9289-465A-AFE2-57153AA59B56}" srcOrd="0" destOrd="0" presId="urn:microsoft.com/office/officeart/2005/8/layout/chevron2"/>
    <dgm:cxn modelId="{5FC19532-F9D8-439E-9EFE-7102F3D9ACFD}" type="presOf" srcId="{F7B16A0C-B850-4CC7-AFD8-11A4059CBF1B}" destId="{53E71D94-4252-4258-818C-ACF8F1C9C3EB}" srcOrd="0" destOrd="0" presId="urn:microsoft.com/office/officeart/2005/8/layout/chevron2"/>
    <dgm:cxn modelId="{13695D33-588F-4ED7-A837-765A97432754}" type="presOf" srcId="{43E15B2E-4824-4A33-A5E2-60FB88E498CD}" destId="{804854F1-8D0C-4671-9642-305477FCC0EF}" srcOrd="0" destOrd="0" presId="urn:microsoft.com/office/officeart/2005/8/layout/chevron2"/>
    <dgm:cxn modelId="{ACD96B4D-848E-452E-B1F8-7BCBABBD48E9}" srcId="{8E6AAF94-33BD-4B08-9E6A-1584D847C66F}" destId="{43E15B2E-4824-4A33-A5E2-60FB88E498CD}" srcOrd="3" destOrd="0" parTransId="{5F9C48AC-EE91-421F-B797-629C3BDE1CF4}" sibTransId="{10FFFF80-22EE-4DDE-AA2E-E997234039A1}"/>
    <dgm:cxn modelId="{D039B74F-6CDA-4170-9692-49D7B06E6BC2}" srcId="{78B73E83-7345-40DE-B835-738DBE462DEF}" destId="{A4EE6CA8-EC2F-4B51-BAAE-7A307E125E87}" srcOrd="0" destOrd="0" parTransId="{71DA4629-6C70-4440-A797-B6BEADCF45F6}" sibTransId="{EB13B817-0BDF-423A-9C9C-9D32DAEEE2E3}"/>
    <dgm:cxn modelId="{BF58B178-85A1-4236-93EF-F0842BBC5749}" srcId="{F7B16A0C-B850-4CC7-AFD8-11A4059CBF1B}" destId="{2D3C9F95-4160-4C84-BADE-76E231A6574A}" srcOrd="1" destOrd="0" parTransId="{37092CC1-17D5-47A0-B59C-48318B0E7E33}" sibTransId="{4D6CEBFB-BD04-412C-9659-089C6F14FC5A}"/>
    <dgm:cxn modelId="{4570A47D-DE16-48EC-BC4A-8ADFEFF177C9}" type="presOf" srcId="{3595AF7E-6A25-445D-9267-BAEF02D0BFA5}" destId="{C23F4827-5A7E-4D68-A2D3-BE1B1F443579}" srcOrd="0" destOrd="0" presId="urn:microsoft.com/office/officeart/2005/8/layout/chevron2"/>
    <dgm:cxn modelId="{81A20E89-0E4B-449C-B8E5-48AACBD44590}" type="presOf" srcId="{686E15F9-0E33-4251-9D78-D0923E5C472E}" destId="{C23F4827-5A7E-4D68-A2D3-BE1B1F443579}" srcOrd="0" destOrd="1" presId="urn:microsoft.com/office/officeart/2005/8/layout/chevron2"/>
    <dgm:cxn modelId="{07DDE78A-8921-4807-B325-B7CC8CE0B1BD}" type="presOf" srcId="{CE862AE3-BA56-4DC3-B213-8BA1B5FDF8C8}" destId="{5001A820-1367-4B37-A77F-178D7C1FD29E}" srcOrd="0" destOrd="1" presId="urn:microsoft.com/office/officeart/2005/8/layout/chevron2"/>
    <dgm:cxn modelId="{A3DD848B-0799-4A7E-86E2-EA4B01163ACF}" srcId="{8E6AAF94-33BD-4B08-9E6A-1584D847C66F}" destId="{69D64F5C-1B53-408A-989F-3848C675540E}" srcOrd="2" destOrd="0" parTransId="{194A8AB0-E384-4C83-80A8-C54DC3110A10}" sibTransId="{501DF7B3-6550-4680-91B3-FAA3EF730F0B}"/>
    <dgm:cxn modelId="{47C75B8C-08B7-4BBB-A400-4DB67927E4D9}" srcId="{F7B16A0C-B850-4CC7-AFD8-11A4059CBF1B}" destId="{DE4E7CA1-C201-42F0-B53B-F1BAE6790058}" srcOrd="2" destOrd="0" parTransId="{7D57C534-C01C-412D-B1B1-FD81C8961563}" sibTransId="{B47C1B98-3B1C-43DC-8F96-0C8C7952E138}"/>
    <dgm:cxn modelId="{9CE5238D-065D-4DC8-902B-537DD1B68A43}" type="presOf" srcId="{A4EE6CA8-EC2F-4B51-BAAE-7A307E125E87}" destId="{E2140CC1-4DE0-4C6C-993B-26C89BEA89D5}" srcOrd="0" destOrd="0" presId="urn:microsoft.com/office/officeart/2005/8/layout/chevron2"/>
    <dgm:cxn modelId="{D81A219E-9414-4199-8DC7-1B3BFB49C7B4}" type="presOf" srcId="{73F03463-D29D-4967-8627-AB30028565C0}" destId="{5001A820-1367-4B37-A77F-178D7C1FD29E}" srcOrd="0" destOrd="0" presId="urn:microsoft.com/office/officeart/2005/8/layout/chevron2"/>
    <dgm:cxn modelId="{36F0EC9E-DD82-40A1-BEB5-7016DDA90CD1}" type="presOf" srcId="{78B73E83-7345-40DE-B835-738DBE462DEF}" destId="{5DDA5A45-4B1B-4D33-8EC7-AAA94FA43443}" srcOrd="0" destOrd="0" presId="urn:microsoft.com/office/officeart/2005/8/layout/chevron2"/>
    <dgm:cxn modelId="{5547FFA1-A2DD-49A4-A608-EDB0A0D5F28B}" srcId="{36F88FDA-3993-4CB6-96DC-75052802B144}" destId="{3595AF7E-6A25-445D-9267-BAEF02D0BFA5}" srcOrd="0" destOrd="0" parTransId="{9942E6AE-9A7F-4719-AD09-B2EDC9CF3525}" sibTransId="{22C5C487-BBD5-464B-AB4B-1B5B4F93B2CF}"/>
    <dgm:cxn modelId="{302D28B9-6958-4635-923C-FF8592DDE07C}" srcId="{8E6AAF94-33BD-4B08-9E6A-1584D847C66F}" destId="{36F88FDA-3993-4CB6-96DC-75052802B144}" srcOrd="1" destOrd="0" parTransId="{1EF9B1DE-176C-4E8F-BB1A-98AF9EB07023}" sibTransId="{B43769D3-4146-4D5E-B899-40F2495C3D40}"/>
    <dgm:cxn modelId="{8046BFB9-C379-4FFD-B7E0-0FF864380AD2}" type="presOf" srcId="{22BE1DC7-6E3B-4967-AF7B-A3F0E74816A8}" destId="{665EF99A-8647-4915-92A3-760CA4535F5D}" srcOrd="0" destOrd="0" presId="urn:microsoft.com/office/officeart/2005/8/layout/chevron2"/>
    <dgm:cxn modelId="{A2A416BD-C9B4-4B12-A099-C6A48657A3C0}" type="presOf" srcId="{925EC967-068D-437E-B31F-413872FE71E0}" destId="{E2140CC1-4DE0-4C6C-993B-26C89BEA89D5}" srcOrd="0" destOrd="2" presId="urn:microsoft.com/office/officeart/2005/8/layout/chevron2"/>
    <dgm:cxn modelId="{416A33BD-0ED1-475C-B07B-0753F0DDC4EA}" srcId="{78B73E83-7345-40DE-B835-738DBE462DEF}" destId="{925EC967-068D-437E-B31F-413872FE71E0}" srcOrd="2" destOrd="0" parTransId="{7A2EDEB8-DC38-4A29-B8E8-5BE49E92C850}" sibTransId="{F69099FA-5398-4B76-9808-84CB448B2EAB}"/>
    <dgm:cxn modelId="{B93DF0BF-47EA-471C-972B-C6C14FC86EE5}" srcId="{8E6AAF94-33BD-4B08-9E6A-1584D847C66F}" destId="{F7B16A0C-B850-4CC7-AFD8-11A4059CBF1B}" srcOrd="4" destOrd="0" parTransId="{51E4D137-D15E-4E2A-9410-549F23881914}" sibTransId="{6AEE466B-5087-433B-9567-46AA471D834F}"/>
    <dgm:cxn modelId="{C2BF95C1-0A2B-4747-8822-E8BFC4FA6DEA}" type="presOf" srcId="{36F88FDA-3993-4CB6-96DC-75052802B144}" destId="{9210392A-C129-4F1C-B836-572CE19EFFDA}" srcOrd="0" destOrd="0" presId="urn:microsoft.com/office/officeart/2005/8/layout/chevron2"/>
    <dgm:cxn modelId="{45CBC0C6-FAF8-423A-8823-4E441AF20F5D}" srcId="{69D64F5C-1B53-408A-989F-3848C675540E}" destId="{640A14DD-BD05-44C5-BEF2-CF907657EE9E}" srcOrd="0" destOrd="0" parTransId="{8910C2B8-7504-440E-A8D4-BD2C5A3BB755}" sibTransId="{F0A92515-D165-48D1-9DC7-30E849657616}"/>
    <dgm:cxn modelId="{60B837CB-7C78-4376-A093-1268BE6519DD}" type="presOf" srcId="{C9F9E113-FE8E-4EC3-AA8F-F7407989EDDB}" destId="{E2140CC1-4DE0-4C6C-993B-26C89BEA89D5}" srcOrd="0" destOrd="1" presId="urn:microsoft.com/office/officeart/2005/8/layout/chevron2"/>
    <dgm:cxn modelId="{DCFD21CD-3C2B-49BD-B17C-A6CB950BD177}" srcId="{36F88FDA-3993-4CB6-96DC-75052802B144}" destId="{686E15F9-0E33-4251-9D78-D0923E5C472E}" srcOrd="1" destOrd="0" parTransId="{82409B20-2EEB-4905-9F97-5305B1109C5B}" sibTransId="{0A0D0EE2-BEE0-4F69-988A-98D990318EB1}"/>
    <dgm:cxn modelId="{63CA06EB-3441-4A0D-98C7-BCB382E07051}" type="presOf" srcId="{640A14DD-BD05-44C5-BEF2-CF907657EE9E}" destId="{F0CBAD7E-68D3-4049-A4BB-99FD33877F42}" srcOrd="0" destOrd="0" presId="urn:microsoft.com/office/officeart/2005/8/layout/chevron2"/>
    <dgm:cxn modelId="{AB8BB9EF-41B5-4C8A-B8B0-DE9C5895DB76}" srcId="{43E15B2E-4824-4A33-A5E2-60FB88E498CD}" destId="{CE862AE3-BA56-4DC3-B213-8BA1B5FDF8C8}" srcOrd="1" destOrd="0" parTransId="{1A429C1C-5184-4943-B8B1-D3F0C6F6FDBE}" sibTransId="{FB619140-E9BF-468C-9377-47C7B922AD00}"/>
    <dgm:cxn modelId="{EE86F0F2-3D1E-4B69-9948-21AE945417AE}" srcId="{43E15B2E-4824-4A33-A5E2-60FB88E498CD}" destId="{73F03463-D29D-4967-8627-AB30028565C0}" srcOrd="0" destOrd="0" parTransId="{F3F07D5B-E009-4E44-8442-8401FB8A8F83}" sibTransId="{85A23800-61D3-4039-8651-407D9A0C23CD}"/>
    <dgm:cxn modelId="{FD0A67F5-430C-4D0E-9EB5-3DDC66ADF57B}" srcId="{78B73E83-7345-40DE-B835-738DBE462DEF}" destId="{C9F9E113-FE8E-4EC3-AA8F-F7407989EDDB}" srcOrd="1" destOrd="0" parTransId="{7D0FF80F-23DD-46A3-A609-EE6361E5BBDB}" sibTransId="{35C84E8A-8CDD-4EDB-9752-ED5960A9E240}"/>
    <dgm:cxn modelId="{7D93A432-C099-4B0F-A4CC-9728D5762B5E}" type="presParOf" srcId="{A02ED518-9289-465A-AFE2-57153AA59B56}" destId="{2D38AA77-52EC-4255-981C-94417AA7D989}" srcOrd="0" destOrd="0" presId="urn:microsoft.com/office/officeart/2005/8/layout/chevron2"/>
    <dgm:cxn modelId="{855C982D-CDD9-4522-BA94-EA6755909479}" type="presParOf" srcId="{2D38AA77-52EC-4255-981C-94417AA7D989}" destId="{5DDA5A45-4B1B-4D33-8EC7-AAA94FA43443}" srcOrd="0" destOrd="0" presId="urn:microsoft.com/office/officeart/2005/8/layout/chevron2"/>
    <dgm:cxn modelId="{AF56CFFF-D9FD-488D-8B15-78636AF76F09}" type="presParOf" srcId="{2D38AA77-52EC-4255-981C-94417AA7D989}" destId="{E2140CC1-4DE0-4C6C-993B-26C89BEA89D5}" srcOrd="1" destOrd="0" presId="urn:microsoft.com/office/officeart/2005/8/layout/chevron2"/>
    <dgm:cxn modelId="{4C3B5612-F92C-4C09-AA0D-F16126B3039A}" type="presParOf" srcId="{A02ED518-9289-465A-AFE2-57153AA59B56}" destId="{EF9DAD7F-3E1B-4079-A9DB-9A6135774EA3}" srcOrd="1" destOrd="0" presId="urn:microsoft.com/office/officeart/2005/8/layout/chevron2"/>
    <dgm:cxn modelId="{5BFBBCE6-27E8-4AC7-B123-7E4C53449CB3}" type="presParOf" srcId="{A02ED518-9289-465A-AFE2-57153AA59B56}" destId="{B592B5C7-9976-40E5-995C-0EDDC614667D}" srcOrd="2" destOrd="0" presId="urn:microsoft.com/office/officeart/2005/8/layout/chevron2"/>
    <dgm:cxn modelId="{AA9ECB96-0C57-4786-A03E-EA3E46736836}" type="presParOf" srcId="{B592B5C7-9976-40E5-995C-0EDDC614667D}" destId="{9210392A-C129-4F1C-B836-572CE19EFFDA}" srcOrd="0" destOrd="0" presId="urn:microsoft.com/office/officeart/2005/8/layout/chevron2"/>
    <dgm:cxn modelId="{EBCE61F2-2E68-44FB-A3EB-5C4D3CE2BCF1}" type="presParOf" srcId="{B592B5C7-9976-40E5-995C-0EDDC614667D}" destId="{C23F4827-5A7E-4D68-A2D3-BE1B1F443579}" srcOrd="1" destOrd="0" presId="urn:microsoft.com/office/officeart/2005/8/layout/chevron2"/>
    <dgm:cxn modelId="{C86A53DF-88E0-4DE6-9CD7-E2D7E5922B06}" type="presParOf" srcId="{A02ED518-9289-465A-AFE2-57153AA59B56}" destId="{5DB7DEFF-C933-434C-A3DF-13A72B52FCC7}" srcOrd="3" destOrd="0" presId="urn:microsoft.com/office/officeart/2005/8/layout/chevron2"/>
    <dgm:cxn modelId="{29A3D3E7-3790-42E3-A80A-4F65AEE71991}" type="presParOf" srcId="{A02ED518-9289-465A-AFE2-57153AA59B56}" destId="{6211C8C8-BBA0-4994-B1A6-52E7D9C529BE}" srcOrd="4" destOrd="0" presId="urn:microsoft.com/office/officeart/2005/8/layout/chevron2"/>
    <dgm:cxn modelId="{4F38C975-2D9A-4750-B7A5-37E2E2259B01}" type="presParOf" srcId="{6211C8C8-BBA0-4994-B1A6-52E7D9C529BE}" destId="{31764D63-9101-4415-9B22-ACD5E3D39437}" srcOrd="0" destOrd="0" presId="urn:microsoft.com/office/officeart/2005/8/layout/chevron2"/>
    <dgm:cxn modelId="{FB1975C0-01AE-4362-B442-F5086007F137}" type="presParOf" srcId="{6211C8C8-BBA0-4994-B1A6-52E7D9C529BE}" destId="{F0CBAD7E-68D3-4049-A4BB-99FD33877F42}" srcOrd="1" destOrd="0" presId="urn:microsoft.com/office/officeart/2005/8/layout/chevron2"/>
    <dgm:cxn modelId="{232A25B6-674A-4135-ACB6-627F64CEC6CD}" type="presParOf" srcId="{A02ED518-9289-465A-AFE2-57153AA59B56}" destId="{1E6CDBCA-B497-45D7-8560-F613CEBB9360}" srcOrd="5" destOrd="0" presId="urn:microsoft.com/office/officeart/2005/8/layout/chevron2"/>
    <dgm:cxn modelId="{293E39E2-100E-4071-B8D5-129476B445C0}" type="presParOf" srcId="{A02ED518-9289-465A-AFE2-57153AA59B56}" destId="{B52A99E2-6277-4790-9844-861B9BC90AB0}" srcOrd="6" destOrd="0" presId="urn:microsoft.com/office/officeart/2005/8/layout/chevron2"/>
    <dgm:cxn modelId="{674E0526-00AB-452C-9E2E-ACF4BF9AEB4B}" type="presParOf" srcId="{B52A99E2-6277-4790-9844-861B9BC90AB0}" destId="{804854F1-8D0C-4671-9642-305477FCC0EF}" srcOrd="0" destOrd="0" presId="urn:microsoft.com/office/officeart/2005/8/layout/chevron2"/>
    <dgm:cxn modelId="{5E87EC82-DD9E-4B64-B3B1-9794A1D048D5}" type="presParOf" srcId="{B52A99E2-6277-4790-9844-861B9BC90AB0}" destId="{5001A820-1367-4B37-A77F-178D7C1FD29E}" srcOrd="1" destOrd="0" presId="urn:microsoft.com/office/officeart/2005/8/layout/chevron2"/>
    <dgm:cxn modelId="{A5F955B4-0E84-4CF4-94E6-6ED7FC8CD9E4}" type="presParOf" srcId="{A02ED518-9289-465A-AFE2-57153AA59B56}" destId="{3DB892F2-F990-4BF2-A185-FEB486D66692}" srcOrd="7" destOrd="0" presId="urn:microsoft.com/office/officeart/2005/8/layout/chevron2"/>
    <dgm:cxn modelId="{92FCB95C-547C-416F-ABE3-606752C97BBB}" type="presParOf" srcId="{A02ED518-9289-465A-AFE2-57153AA59B56}" destId="{3C481C47-1FA8-489C-9D39-D4F818805EA0}" srcOrd="8" destOrd="0" presId="urn:microsoft.com/office/officeart/2005/8/layout/chevron2"/>
    <dgm:cxn modelId="{03125312-D82C-4B92-966F-01AEED045EF8}" type="presParOf" srcId="{3C481C47-1FA8-489C-9D39-D4F818805EA0}" destId="{53E71D94-4252-4258-818C-ACF8F1C9C3EB}" srcOrd="0" destOrd="0" presId="urn:microsoft.com/office/officeart/2005/8/layout/chevron2"/>
    <dgm:cxn modelId="{F42F2FFB-A30E-4CE1-A10A-45DEC9EB30A5}" type="presParOf" srcId="{3C481C47-1FA8-489C-9D39-D4F818805EA0}" destId="{665EF99A-8647-4915-92A3-760CA4535F5D}" srcOrd="1" destOrd="0" presId="urn:microsoft.com/office/officeart/2005/8/layout/chevron2"/>
  </dgm:cxnLst>
  <dgm:bg>
    <a:solidFill>
      <a:srgbClr val="E2E8E4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6AAF94-33BD-4B08-9E6A-1584D847C66F}" type="doc">
      <dgm:prSet loTypeId="urn:microsoft.com/office/officeart/2005/8/layout/chevron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78B73E83-7345-40DE-B835-738DBE462DEF}">
      <dgm:prSet phldrT="[Texte]"/>
      <dgm:spPr/>
      <dgm:t>
        <a:bodyPr/>
        <a:lstStyle/>
        <a:p>
          <a:r>
            <a:rPr lang="fr-FR" b="1" dirty="0"/>
            <a:t>Lavage</a:t>
          </a:r>
        </a:p>
      </dgm:t>
    </dgm:pt>
    <dgm:pt modelId="{1CAEE950-AFCD-48FE-BA2A-A8990F15FE9F}" type="parTrans" cxnId="{7F84A718-77A1-4DFF-9C0C-B1EE74B51641}">
      <dgm:prSet/>
      <dgm:spPr/>
      <dgm:t>
        <a:bodyPr/>
        <a:lstStyle/>
        <a:p>
          <a:endParaRPr lang="fr-FR"/>
        </a:p>
      </dgm:t>
    </dgm:pt>
    <dgm:pt modelId="{DEFFFD4F-5B3A-44FE-A968-38724BABCC5E}" type="sibTrans" cxnId="{7F84A718-77A1-4DFF-9C0C-B1EE74B51641}">
      <dgm:prSet/>
      <dgm:spPr/>
      <dgm:t>
        <a:bodyPr/>
        <a:lstStyle/>
        <a:p>
          <a:endParaRPr lang="fr-FR"/>
        </a:p>
      </dgm:t>
    </dgm:pt>
    <dgm:pt modelId="{A4EE6CA8-EC2F-4B51-BAAE-7A307E125E87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eau</a:t>
          </a:r>
        </a:p>
      </dgm:t>
    </dgm:pt>
    <dgm:pt modelId="{71DA4629-6C70-4440-A797-B6BEADCF45F6}" type="parTrans" cxnId="{D039B74F-6CDA-4170-9692-49D7B06E6BC2}">
      <dgm:prSet/>
      <dgm:spPr/>
      <dgm:t>
        <a:bodyPr/>
        <a:lstStyle/>
        <a:p>
          <a:endParaRPr lang="fr-FR"/>
        </a:p>
      </dgm:t>
    </dgm:pt>
    <dgm:pt modelId="{EB13B817-0BDF-423A-9C9C-9D32DAEEE2E3}" type="sibTrans" cxnId="{D039B74F-6CDA-4170-9692-49D7B06E6BC2}">
      <dgm:prSet/>
      <dgm:spPr/>
      <dgm:t>
        <a:bodyPr/>
        <a:lstStyle/>
        <a:p>
          <a:endParaRPr lang="fr-FR"/>
        </a:p>
      </dgm:t>
    </dgm:pt>
    <dgm:pt modelId="{C9F9E113-FE8E-4EC3-AA8F-F7407989EDDB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Solution d’NaHCO</a:t>
          </a:r>
          <a:r>
            <a:rPr lang="fr-FR" sz="1300" b="1" baseline="-25000" dirty="0"/>
            <a:t>3</a:t>
          </a:r>
        </a:p>
      </dgm:t>
    </dgm:pt>
    <dgm:pt modelId="{7D0FF80F-23DD-46A3-A609-EE6361E5BBDB}" type="parTrans" cxnId="{FD0A67F5-430C-4D0E-9EB5-3DDC66ADF57B}">
      <dgm:prSet/>
      <dgm:spPr/>
      <dgm:t>
        <a:bodyPr/>
        <a:lstStyle/>
        <a:p>
          <a:endParaRPr lang="fr-FR"/>
        </a:p>
      </dgm:t>
    </dgm:pt>
    <dgm:pt modelId="{35C84E8A-8CDD-4EDB-9752-ED5960A9E240}" type="sibTrans" cxnId="{FD0A67F5-430C-4D0E-9EB5-3DDC66ADF57B}">
      <dgm:prSet/>
      <dgm:spPr/>
      <dgm:t>
        <a:bodyPr/>
        <a:lstStyle/>
        <a:p>
          <a:endParaRPr lang="fr-FR"/>
        </a:p>
      </dgm:t>
    </dgm:pt>
    <dgm:pt modelId="{36F88FDA-3993-4CB6-96DC-75052802B144}">
      <dgm:prSet phldrT="[Texte]"/>
      <dgm:spPr/>
      <dgm:t>
        <a:bodyPr/>
        <a:lstStyle/>
        <a:p>
          <a:r>
            <a:rPr lang="fr-FR" b="1" dirty="0"/>
            <a:t>Séchage</a:t>
          </a:r>
        </a:p>
      </dgm:t>
    </dgm:pt>
    <dgm:pt modelId="{1EF9B1DE-176C-4E8F-BB1A-98AF9EB07023}" type="parTrans" cxnId="{302D28B9-6958-4635-923C-FF8592DDE07C}">
      <dgm:prSet/>
      <dgm:spPr/>
      <dgm:t>
        <a:bodyPr/>
        <a:lstStyle/>
        <a:p>
          <a:endParaRPr lang="fr-FR"/>
        </a:p>
      </dgm:t>
    </dgm:pt>
    <dgm:pt modelId="{B43769D3-4146-4D5E-B899-40F2495C3D40}" type="sibTrans" cxnId="{302D28B9-6958-4635-923C-FF8592DDE07C}">
      <dgm:prSet/>
      <dgm:spPr/>
      <dgm:t>
        <a:bodyPr/>
        <a:lstStyle/>
        <a:p>
          <a:endParaRPr lang="fr-FR"/>
        </a:p>
      </dgm:t>
    </dgm:pt>
    <dgm:pt modelId="{22BE1DC7-6E3B-4967-AF7B-A3F0E74816A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</dgm:t>
    </dgm:pt>
    <dgm:pt modelId="{A028288F-AEE5-4292-9DEC-96F616FA502A}" type="parTrans" cxnId="{A395E31B-7581-41F1-BFD8-1260D04CEB03}">
      <dgm:prSet/>
      <dgm:spPr/>
      <dgm:t>
        <a:bodyPr/>
        <a:lstStyle/>
        <a:p>
          <a:endParaRPr lang="fr-FR"/>
        </a:p>
      </dgm:t>
    </dgm:pt>
    <dgm:pt modelId="{D502D834-D3FE-4F8A-AFD8-20C8D1A39D4D}" type="sibTrans" cxnId="{A395E31B-7581-41F1-BFD8-1260D04CEB03}">
      <dgm:prSet/>
      <dgm:spPr/>
      <dgm:t>
        <a:bodyPr/>
        <a:lstStyle/>
        <a:p>
          <a:endParaRPr lang="fr-FR"/>
        </a:p>
      </dgm:t>
    </dgm:pt>
    <dgm:pt modelId="{925EC967-068D-437E-B31F-413872FE71E0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baseline="0" dirty="0"/>
            <a:t>Eau salée</a:t>
          </a:r>
        </a:p>
      </dgm:t>
    </dgm:pt>
    <dgm:pt modelId="{7A2EDEB8-DC38-4A29-B8E8-5BE49E92C850}" type="parTrans" cxnId="{416A33BD-0ED1-475C-B07B-0753F0DDC4EA}">
      <dgm:prSet/>
      <dgm:spPr/>
      <dgm:t>
        <a:bodyPr/>
        <a:lstStyle/>
        <a:p>
          <a:endParaRPr lang="fr-FR"/>
        </a:p>
      </dgm:t>
    </dgm:pt>
    <dgm:pt modelId="{F69099FA-5398-4B76-9808-84CB448B2EAB}" type="sibTrans" cxnId="{416A33BD-0ED1-475C-B07B-0753F0DDC4EA}">
      <dgm:prSet/>
      <dgm:spPr/>
      <dgm:t>
        <a:bodyPr/>
        <a:lstStyle/>
        <a:p>
          <a:endParaRPr lang="fr-FR"/>
        </a:p>
      </dgm:t>
    </dgm:pt>
    <dgm:pt modelId="{2D3C9F95-4160-4C84-BADE-76E231A6574A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</dgm:t>
    </dgm:pt>
    <dgm:pt modelId="{37092CC1-17D5-47A0-B59C-48318B0E7E33}" type="parTrans" cxnId="{BF58B178-85A1-4236-93EF-F0842BBC5749}">
      <dgm:prSet/>
      <dgm:spPr/>
      <dgm:t>
        <a:bodyPr/>
        <a:lstStyle/>
        <a:p>
          <a:endParaRPr lang="fr-FR"/>
        </a:p>
      </dgm:t>
    </dgm:pt>
    <dgm:pt modelId="{4D6CEBFB-BD04-412C-9659-089C6F14FC5A}" type="sibTrans" cxnId="{BF58B178-85A1-4236-93EF-F0842BBC5749}">
      <dgm:prSet/>
      <dgm:spPr/>
      <dgm:t>
        <a:bodyPr/>
        <a:lstStyle/>
        <a:p>
          <a:endParaRPr lang="fr-FR"/>
        </a:p>
      </dgm:t>
    </dgm:pt>
    <dgm:pt modelId="{DE4E7CA1-C201-42F0-B53B-F1BAE679005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gm:t>
    </dgm:pt>
    <dgm:pt modelId="{7D57C534-C01C-412D-B1B1-FD81C8961563}" type="parTrans" cxnId="{47C75B8C-08B7-4BBB-A400-4DB67927E4D9}">
      <dgm:prSet/>
      <dgm:spPr/>
      <dgm:t>
        <a:bodyPr/>
        <a:lstStyle/>
        <a:p>
          <a:endParaRPr lang="fr-FR"/>
        </a:p>
      </dgm:t>
    </dgm:pt>
    <dgm:pt modelId="{B47C1B98-3B1C-43DC-8F96-0C8C7952E138}" type="sibTrans" cxnId="{47C75B8C-08B7-4BBB-A400-4DB67927E4D9}">
      <dgm:prSet/>
      <dgm:spPr/>
      <dgm:t>
        <a:bodyPr/>
        <a:lstStyle/>
        <a:p>
          <a:endParaRPr lang="fr-FR"/>
        </a:p>
      </dgm:t>
    </dgm:pt>
    <dgm:pt modelId="{4257EB67-D080-4057-96CA-860524686383}">
      <dgm:prSet phldrT="[Texte]"/>
      <dgm:spPr/>
      <dgm:t>
        <a:bodyPr/>
        <a:lstStyle/>
        <a:p>
          <a:r>
            <a:rPr lang="fr-FR" b="1" dirty="0"/>
            <a:t>CPG</a:t>
          </a:r>
        </a:p>
      </dgm:t>
    </dgm:pt>
    <dgm:pt modelId="{C581D1CF-354B-4C8D-BA21-5EF0A27E9649}" type="parTrans" cxnId="{1CA1268F-372D-4712-A409-EEF38438A11E}">
      <dgm:prSet/>
      <dgm:spPr/>
      <dgm:t>
        <a:bodyPr/>
        <a:lstStyle/>
        <a:p>
          <a:endParaRPr lang="fr-FR"/>
        </a:p>
      </dgm:t>
    </dgm:pt>
    <dgm:pt modelId="{18AB6D2D-C2CD-49CE-BB4A-0A99899BBE9B}" type="sibTrans" cxnId="{1CA1268F-372D-4712-A409-EEF38438A11E}">
      <dgm:prSet/>
      <dgm:spPr/>
      <dgm:t>
        <a:bodyPr/>
        <a:lstStyle/>
        <a:p>
          <a:endParaRPr lang="fr-FR"/>
        </a:p>
      </dgm:t>
    </dgm:pt>
    <dgm:pt modelId="{09005DAC-1AA7-499D-BDDE-602A85F3FE4F}">
      <dgm:prSet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fr-FR" sz="13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MgSO4</a:t>
          </a:r>
          <a:endParaRPr lang="fr-FR" sz="1300" dirty="0"/>
        </a:p>
      </dgm:t>
    </dgm:pt>
    <dgm:pt modelId="{3D300421-DC40-45FE-A991-740A2B05BE2D}" type="parTrans" cxnId="{BF9CF418-B3A5-4039-8E58-970E48AF237E}">
      <dgm:prSet/>
      <dgm:spPr/>
      <dgm:t>
        <a:bodyPr/>
        <a:lstStyle/>
        <a:p>
          <a:endParaRPr lang="fr-FR"/>
        </a:p>
      </dgm:t>
    </dgm:pt>
    <dgm:pt modelId="{8ED860FE-6684-4733-9B73-08C6BA022CE0}" type="sibTrans" cxnId="{BF9CF418-B3A5-4039-8E58-970E48AF237E}">
      <dgm:prSet/>
      <dgm:spPr/>
      <dgm:t>
        <a:bodyPr/>
        <a:lstStyle/>
        <a:p>
          <a:endParaRPr lang="fr-FR"/>
        </a:p>
      </dgm:t>
    </dgm:pt>
    <dgm:pt modelId="{ABB9884C-7A92-4B10-858A-407854AE0568}">
      <dgm:prSet phldrT="[Texte]"/>
      <dgm:spPr/>
      <dgm:t>
        <a:bodyPr/>
        <a:lstStyle/>
        <a:p>
          <a:r>
            <a:rPr lang="fr-FR" b="1" dirty="0"/>
            <a:t>Analyses</a:t>
          </a:r>
        </a:p>
      </dgm:t>
    </dgm:pt>
    <dgm:pt modelId="{0A24984B-56C8-438B-9F0E-8D841E52C530}" type="parTrans" cxnId="{B767E86E-7B6E-4FF0-BAAB-BB6CE6DAC40F}">
      <dgm:prSet/>
      <dgm:spPr/>
      <dgm:t>
        <a:bodyPr/>
        <a:lstStyle/>
        <a:p>
          <a:endParaRPr lang="fr-FR"/>
        </a:p>
      </dgm:t>
    </dgm:pt>
    <dgm:pt modelId="{D618F214-293C-4237-8B07-43D8F7302FB0}" type="sibTrans" cxnId="{B767E86E-7B6E-4FF0-BAAB-BB6CE6DAC40F}">
      <dgm:prSet/>
      <dgm:spPr/>
      <dgm:t>
        <a:bodyPr/>
        <a:lstStyle/>
        <a:p>
          <a:endParaRPr lang="fr-FR"/>
        </a:p>
      </dgm:t>
    </dgm:pt>
    <dgm:pt modelId="{002C506E-F290-4ABB-A21A-A41904FFCDE4}">
      <dgm:prSet phldrT="[Texte]"/>
      <dgm:spPr/>
      <dgm:t>
        <a:bodyPr/>
        <a:lstStyle/>
        <a:p>
          <a:r>
            <a:rPr lang="fr-FR" b="1" dirty="0"/>
            <a:t>Concentration</a:t>
          </a:r>
        </a:p>
      </dgm:t>
    </dgm:pt>
    <dgm:pt modelId="{47AFEBFB-AD33-420E-AE4F-E1196AA84F2D}" type="parTrans" cxnId="{8DF6C129-BF6A-432B-9B51-40CBE98FE77B}">
      <dgm:prSet/>
      <dgm:spPr/>
      <dgm:t>
        <a:bodyPr/>
        <a:lstStyle/>
        <a:p>
          <a:endParaRPr lang="fr-FR"/>
        </a:p>
      </dgm:t>
    </dgm:pt>
    <dgm:pt modelId="{0CFC6021-7F0F-4B2E-A1AE-E854BDE57C6A}" type="sibTrans" cxnId="{8DF6C129-BF6A-432B-9B51-40CBE98FE77B}">
      <dgm:prSet/>
      <dgm:spPr/>
      <dgm:t>
        <a:bodyPr/>
        <a:lstStyle/>
        <a:p>
          <a:endParaRPr lang="fr-FR"/>
        </a:p>
      </dgm:t>
    </dgm:pt>
    <dgm:pt modelId="{E2F81A2D-1109-4FFE-891A-0C9C6FE6471E}">
      <dgm:prSet phldrT="[Texte]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fr-FR" baseline="0" dirty="0"/>
            <a:t>Evaporateur rotatif</a:t>
          </a:r>
        </a:p>
      </dgm:t>
    </dgm:pt>
    <dgm:pt modelId="{FCA01D8E-A888-4053-A695-0A2B1BF16E78}" type="parTrans" cxnId="{2E3DE8E2-100E-4F98-9DAF-F580462A4A51}">
      <dgm:prSet/>
      <dgm:spPr/>
      <dgm:t>
        <a:bodyPr/>
        <a:lstStyle/>
        <a:p>
          <a:endParaRPr lang="fr-FR"/>
        </a:p>
      </dgm:t>
    </dgm:pt>
    <dgm:pt modelId="{84DCF72A-6FBF-4DE7-8274-DC90F11D2489}" type="sibTrans" cxnId="{2E3DE8E2-100E-4F98-9DAF-F580462A4A51}">
      <dgm:prSet/>
      <dgm:spPr/>
      <dgm:t>
        <a:bodyPr/>
        <a:lstStyle/>
        <a:p>
          <a:endParaRPr lang="fr-FR"/>
        </a:p>
      </dgm:t>
    </dgm:pt>
    <dgm:pt modelId="{1DC1E72A-EE52-419F-A443-68822904A72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diluée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 </a:t>
          </a:r>
        </a:p>
      </dgm:t>
    </dgm:pt>
    <dgm:pt modelId="{B333D80E-AFB9-4279-8C3B-7340EB8EE90D}" type="parTrans" cxnId="{3BD30F22-E666-4B42-8D1F-52CE9B375CEF}">
      <dgm:prSet/>
      <dgm:spPr/>
      <dgm:t>
        <a:bodyPr/>
        <a:lstStyle/>
        <a:p>
          <a:endParaRPr lang="fr-FR"/>
        </a:p>
      </dgm:t>
    </dgm:pt>
    <dgm:pt modelId="{6F35C83F-C617-4F4E-B8E1-92700462FB4D}" type="sibTrans" cxnId="{3BD30F22-E666-4B42-8D1F-52CE9B375CEF}">
      <dgm:prSet/>
      <dgm:spPr/>
      <dgm:t>
        <a:bodyPr/>
        <a:lstStyle/>
        <a:p>
          <a:endParaRPr lang="fr-FR"/>
        </a:p>
      </dgm:t>
    </dgm:pt>
    <dgm:pt modelId="{0621C50E-DA4B-4C93-B815-196D315ED02B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 diluée</a:t>
          </a:r>
        </a:p>
      </dgm:t>
    </dgm:pt>
    <dgm:pt modelId="{BD8DB3D8-B6BD-4F74-8327-10EE3F96CCD7}" type="parTrans" cxnId="{745EC1DC-6827-41E4-87E4-E9B6DB56E07B}">
      <dgm:prSet/>
      <dgm:spPr/>
      <dgm:t>
        <a:bodyPr/>
        <a:lstStyle/>
        <a:p>
          <a:endParaRPr lang="fr-FR"/>
        </a:p>
      </dgm:t>
    </dgm:pt>
    <dgm:pt modelId="{E1DD9437-1026-4D42-BFD5-568C78CD1DBA}" type="sibTrans" cxnId="{745EC1DC-6827-41E4-87E4-E9B6DB56E07B}">
      <dgm:prSet/>
      <dgm:spPr/>
      <dgm:t>
        <a:bodyPr/>
        <a:lstStyle/>
        <a:p>
          <a:endParaRPr lang="fr-FR"/>
        </a:p>
      </dgm:t>
    </dgm:pt>
    <dgm:pt modelId="{40839607-79AC-4F5F-B352-77956474D447}">
      <dgm:prSet phldrT="[Texte]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>
            <a:buChar char="•"/>
          </a:pPr>
          <a:r>
            <a:rPr lang="fr-FR" b="1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b="1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</a:t>
          </a:r>
          <a:r>
            <a:rPr lang="fr-FR" b="1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concentrée </a:t>
          </a:r>
          <a:r>
            <a:rPr lang="fr-FR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 </a:t>
          </a:r>
          <a:endParaRPr lang="fr-FR" baseline="0" dirty="0"/>
        </a:p>
      </dgm:t>
    </dgm:pt>
    <dgm:pt modelId="{6B3333EB-F51B-4750-9737-1E65F2E398E0}" type="parTrans" cxnId="{FDA0E203-85F4-4869-BF8D-4F96CF59F369}">
      <dgm:prSet/>
      <dgm:spPr/>
      <dgm:t>
        <a:bodyPr/>
        <a:lstStyle/>
        <a:p>
          <a:endParaRPr lang="fr-FR"/>
        </a:p>
      </dgm:t>
    </dgm:pt>
    <dgm:pt modelId="{F452AB11-BEE1-49DC-87FE-98F601CEFAC1}" type="sibTrans" cxnId="{FDA0E203-85F4-4869-BF8D-4F96CF59F369}">
      <dgm:prSet/>
      <dgm:spPr/>
      <dgm:t>
        <a:bodyPr/>
        <a:lstStyle/>
        <a:p>
          <a:endParaRPr lang="fr-FR"/>
        </a:p>
      </dgm:t>
    </dgm:pt>
    <dgm:pt modelId="{A02ED518-9289-465A-AFE2-57153AA59B56}" type="pres">
      <dgm:prSet presAssocID="{8E6AAF94-33BD-4B08-9E6A-1584D847C66F}" presName="linearFlow" presStyleCnt="0">
        <dgm:presLayoutVars>
          <dgm:dir/>
          <dgm:animLvl val="lvl"/>
          <dgm:resizeHandles val="exact"/>
        </dgm:presLayoutVars>
      </dgm:prSet>
      <dgm:spPr/>
    </dgm:pt>
    <dgm:pt modelId="{2D38AA77-52EC-4255-981C-94417AA7D989}" type="pres">
      <dgm:prSet presAssocID="{78B73E83-7345-40DE-B835-738DBE462DEF}" presName="composite" presStyleCnt="0"/>
      <dgm:spPr/>
    </dgm:pt>
    <dgm:pt modelId="{5DDA5A45-4B1B-4D33-8EC7-AAA94FA43443}" type="pres">
      <dgm:prSet presAssocID="{78B73E83-7345-40DE-B835-738DBE462DEF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E2140CC1-4DE0-4C6C-993B-26C89BEA89D5}" type="pres">
      <dgm:prSet presAssocID="{78B73E83-7345-40DE-B835-738DBE462DEF}" presName="descendantText" presStyleLbl="alignAcc1" presStyleIdx="0" presStyleCnt="5" custScaleY="140921">
        <dgm:presLayoutVars>
          <dgm:bulletEnabled val="1"/>
        </dgm:presLayoutVars>
      </dgm:prSet>
      <dgm:spPr/>
    </dgm:pt>
    <dgm:pt modelId="{EF9DAD7F-3E1B-4079-A9DB-9A6135774EA3}" type="pres">
      <dgm:prSet presAssocID="{DEFFFD4F-5B3A-44FE-A968-38724BABCC5E}" presName="sp" presStyleCnt="0"/>
      <dgm:spPr/>
    </dgm:pt>
    <dgm:pt modelId="{B592B5C7-9976-40E5-995C-0EDDC614667D}" type="pres">
      <dgm:prSet presAssocID="{36F88FDA-3993-4CB6-96DC-75052802B144}" presName="composite" presStyleCnt="0"/>
      <dgm:spPr/>
    </dgm:pt>
    <dgm:pt modelId="{9210392A-C129-4F1C-B836-572CE19EFFDA}" type="pres">
      <dgm:prSet presAssocID="{36F88FDA-3993-4CB6-96DC-75052802B14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C23F4827-5A7E-4D68-A2D3-BE1B1F443579}" type="pres">
      <dgm:prSet presAssocID="{36F88FDA-3993-4CB6-96DC-75052802B144}" presName="descendantText" presStyleLbl="alignAcc1" presStyleIdx="1" presStyleCnt="5" custScaleY="42328" custLinFactNeighborY="0">
        <dgm:presLayoutVars>
          <dgm:bulletEnabled val="1"/>
        </dgm:presLayoutVars>
      </dgm:prSet>
      <dgm:spPr>
        <a:xfrm rot="5400000">
          <a:off x="1880018" y="235365"/>
          <a:ext cx="868431" cy="2758000"/>
        </a:xfrm>
        <a:prstGeom prst="round2SameRect">
          <a:avLst/>
        </a:prstGeom>
      </dgm:spPr>
    </dgm:pt>
    <dgm:pt modelId="{5DB7DEFF-C933-434C-A3DF-13A72B52FCC7}" type="pres">
      <dgm:prSet presAssocID="{B43769D3-4146-4D5E-B899-40F2495C3D40}" presName="sp" presStyleCnt="0"/>
      <dgm:spPr/>
    </dgm:pt>
    <dgm:pt modelId="{C48BA932-62E3-40F6-B9EF-7438AA13D829}" type="pres">
      <dgm:prSet presAssocID="{4257EB67-D080-4057-96CA-860524686383}" presName="composite" presStyleCnt="0"/>
      <dgm:spPr/>
    </dgm:pt>
    <dgm:pt modelId="{41978899-52BA-473C-A541-30650AB8E11C}" type="pres">
      <dgm:prSet presAssocID="{4257EB67-D080-4057-96CA-86052468638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2F8C6154-0716-4A48-A38F-86535BFA1D8E}" type="pres">
      <dgm:prSet presAssocID="{4257EB67-D080-4057-96CA-860524686383}" presName="descendantText" presStyleLbl="alignAcc1" presStyleIdx="2" presStyleCnt="5">
        <dgm:presLayoutVars>
          <dgm:bulletEnabled val="1"/>
        </dgm:presLayoutVars>
      </dgm:prSet>
      <dgm:spPr/>
    </dgm:pt>
    <dgm:pt modelId="{61516B96-5A3C-4AFF-AEED-B3ABF92FDC40}" type="pres">
      <dgm:prSet presAssocID="{18AB6D2D-C2CD-49CE-BB4A-0A99899BBE9B}" presName="sp" presStyleCnt="0"/>
      <dgm:spPr/>
    </dgm:pt>
    <dgm:pt modelId="{3F93CF47-B147-461B-AC26-CD1A8361C0B6}" type="pres">
      <dgm:prSet presAssocID="{002C506E-F290-4ABB-A21A-A41904FFCDE4}" presName="composite" presStyleCnt="0"/>
      <dgm:spPr/>
    </dgm:pt>
    <dgm:pt modelId="{D177B0FC-8A88-477B-B6EC-E80075EF6012}" type="pres">
      <dgm:prSet presAssocID="{002C506E-F290-4ABB-A21A-A41904FFCDE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7B06F413-A825-4033-B241-BCB52C9DD5AB}" type="pres">
      <dgm:prSet presAssocID="{002C506E-F290-4ABB-A21A-A41904FFCDE4}" presName="descendantText" presStyleLbl="alignAcc1" presStyleIdx="3" presStyleCnt="5">
        <dgm:presLayoutVars>
          <dgm:bulletEnabled val="1"/>
        </dgm:presLayoutVars>
      </dgm:prSet>
      <dgm:spPr>
        <a:xfrm rot="5400000">
          <a:off x="1873533" y="1723737"/>
          <a:ext cx="699804" cy="2939599"/>
        </a:xfrm>
        <a:prstGeom prst="round2SameRect">
          <a:avLst/>
        </a:prstGeom>
      </dgm:spPr>
    </dgm:pt>
    <dgm:pt modelId="{E4834179-254A-4978-89DE-90D3B84C10CF}" type="pres">
      <dgm:prSet presAssocID="{0CFC6021-7F0F-4B2E-A1AE-E854BDE57C6A}" presName="sp" presStyleCnt="0"/>
      <dgm:spPr/>
    </dgm:pt>
    <dgm:pt modelId="{EF11F14D-E630-47DD-9612-5F9297DB2056}" type="pres">
      <dgm:prSet presAssocID="{ABB9884C-7A92-4B10-858A-407854AE0568}" presName="composite" presStyleCnt="0"/>
      <dgm:spPr/>
    </dgm:pt>
    <dgm:pt modelId="{821284ED-3941-4929-A49F-0A838031BED5}" type="pres">
      <dgm:prSet presAssocID="{ABB9884C-7A92-4B10-858A-407854AE0568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A36AD2DD-709D-472B-BF4C-6903037702C5}" type="pres">
      <dgm:prSet presAssocID="{ABB9884C-7A92-4B10-858A-407854AE0568}" presName="descendantText" presStyleLbl="alignAcc1" presStyleIdx="4" presStyleCnt="5" custScaleY="140679">
        <dgm:presLayoutVars>
          <dgm:bulletEnabled val="1"/>
        </dgm:presLayoutVars>
      </dgm:prSet>
      <dgm:spPr/>
    </dgm:pt>
  </dgm:ptLst>
  <dgm:cxnLst>
    <dgm:cxn modelId="{FDA0E203-85F4-4869-BF8D-4F96CF59F369}" srcId="{002C506E-F290-4ABB-A21A-A41904FFCDE4}" destId="{40839607-79AC-4F5F-B352-77956474D447}" srcOrd="1" destOrd="0" parTransId="{6B3333EB-F51B-4750-9737-1E65F2E398E0}" sibTransId="{F452AB11-BEE1-49DC-87FE-98F601CEFAC1}"/>
    <dgm:cxn modelId="{FD710109-94BC-4B41-8947-C9AAFFAF8A4C}" type="presOf" srcId="{1DC1E72A-EE52-419F-A443-68822904A728}" destId="{2F8C6154-0716-4A48-A38F-86535BFA1D8E}" srcOrd="0" destOrd="1" presId="urn:microsoft.com/office/officeart/2005/8/layout/chevron2"/>
    <dgm:cxn modelId="{7F84A718-77A1-4DFF-9C0C-B1EE74B51641}" srcId="{8E6AAF94-33BD-4B08-9E6A-1584D847C66F}" destId="{78B73E83-7345-40DE-B835-738DBE462DEF}" srcOrd="0" destOrd="0" parTransId="{1CAEE950-AFCD-48FE-BA2A-A8990F15FE9F}" sibTransId="{DEFFFD4F-5B3A-44FE-A968-38724BABCC5E}"/>
    <dgm:cxn modelId="{BF9CF418-B3A5-4039-8E58-970E48AF237E}" srcId="{36F88FDA-3993-4CB6-96DC-75052802B144}" destId="{09005DAC-1AA7-499D-BDDE-602A85F3FE4F}" srcOrd="0" destOrd="0" parTransId="{3D300421-DC40-45FE-A991-740A2B05BE2D}" sibTransId="{8ED860FE-6684-4733-9B73-08C6BA022CE0}"/>
    <dgm:cxn modelId="{A395E31B-7581-41F1-BFD8-1260D04CEB03}" srcId="{ABB9884C-7A92-4B10-858A-407854AE0568}" destId="{22BE1DC7-6E3B-4967-AF7B-A3F0E74816A8}" srcOrd="0" destOrd="0" parTransId="{A028288F-AEE5-4292-9DEC-96F616FA502A}" sibTransId="{D502D834-D3FE-4F8A-AFD8-20C8D1A39D4D}"/>
    <dgm:cxn modelId="{3BD30F22-E666-4B42-8D1F-52CE9B375CEF}" srcId="{4257EB67-D080-4057-96CA-860524686383}" destId="{1DC1E72A-EE52-419F-A443-68822904A728}" srcOrd="1" destOrd="0" parTransId="{B333D80E-AFB9-4279-8C3B-7340EB8EE90D}" sibTransId="{6F35C83F-C617-4F4E-B8E1-92700462FB4D}"/>
    <dgm:cxn modelId="{8DF6C129-BF6A-432B-9B51-40CBE98FE77B}" srcId="{8E6AAF94-33BD-4B08-9E6A-1584D847C66F}" destId="{002C506E-F290-4ABB-A21A-A41904FFCDE4}" srcOrd="3" destOrd="0" parTransId="{47AFEBFB-AD33-420E-AE4F-E1196AA84F2D}" sibTransId="{0CFC6021-7F0F-4B2E-A1AE-E854BDE57C6A}"/>
    <dgm:cxn modelId="{FCDE0231-5311-4F93-A814-D3F5D2C9D8EB}" type="presOf" srcId="{8E6AAF94-33BD-4B08-9E6A-1584D847C66F}" destId="{A02ED518-9289-465A-AFE2-57153AA59B56}" srcOrd="0" destOrd="0" presId="urn:microsoft.com/office/officeart/2005/8/layout/chevron2"/>
    <dgm:cxn modelId="{5A93A94A-BEC5-4755-8E0F-661151336A6B}" type="presOf" srcId="{0621C50E-DA4B-4C93-B815-196D315ED02B}" destId="{2F8C6154-0716-4A48-A38F-86535BFA1D8E}" srcOrd="0" destOrd="0" presId="urn:microsoft.com/office/officeart/2005/8/layout/chevron2"/>
    <dgm:cxn modelId="{ACB88E6C-86ED-46B8-9604-915668EC4B07}" type="presOf" srcId="{DE4E7CA1-C201-42F0-B53B-F1BAE6790058}" destId="{A36AD2DD-709D-472B-BF4C-6903037702C5}" srcOrd="0" destOrd="2" presId="urn:microsoft.com/office/officeart/2005/8/layout/chevron2"/>
    <dgm:cxn modelId="{B767E86E-7B6E-4FF0-BAAB-BB6CE6DAC40F}" srcId="{8E6AAF94-33BD-4B08-9E6A-1584D847C66F}" destId="{ABB9884C-7A92-4B10-858A-407854AE0568}" srcOrd="4" destOrd="0" parTransId="{0A24984B-56C8-438B-9F0E-8D841E52C530}" sibTransId="{D618F214-293C-4237-8B07-43D8F7302FB0}"/>
    <dgm:cxn modelId="{D039B74F-6CDA-4170-9692-49D7B06E6BC2}" srcId="{78B73E83-7345-40DE-B835-738DBE462DEF}" destId="{A4EE6CA8-EC2F-4B51-BAAE-7A307E125E87}" srcOrd="0" destOrd="0" parTransId="{71DA4629-6C70-4440-A797-B6BEADCF45F6}" sibTransId="{EB13B817-0BDF-423A-9C9C-9D32DAEEE2E3}"/>
    <dgm:cxn modelId="{49A3BF53-FCD1-4BD9-9B1C-B39722F75AE7}" type="presOf" srcId="{002C506E-F290-4ABB-A21A-A41904FFCDE4}" destId="{D177B0FC-8A88-477B-B6EC-E80075EF6012}" srcOrd="0" destOrd="0" presId="urn:microsoft.com/office/officeart/2005/8/layout/chevron2"/>
    <dgm:cxn modelId="{38FE9874-847E-41C3-B43C-39921D6AFDFE}" type="presOf" srcId="{22BE1DC7-6E3B-4967-AF7B-A3F0E74816A8}" destId="{A36AD2DD-709D-472B-BF4C-6903037702C5}" srcOrd="0" destOrd="0" presId="urn:microsoft.com/office/officeart/2005/8/layout/chevron2"/>
    <dgm:cxn modelId="{BF58B178-85A1-4236-93EF-F0842BBC5749}" srcId="{ABB9884C-7A92-4B10-858A-407854AE0568}" destId="{2D3C9F95-4160-4C84-BADE-76E231A6574A}" srcOrd="1" destOrd="0" parTransId="{37092CC1-17D5-47A0-B59C-48318B0E7E33}" sibTransId="{4D6CEBFB-BD04-412C-9659-089C6F14FC5A}"/>
    <dgm:cxn modelId="{AC927C84-F7E3-4F3A-9B04-4761DA4F9FE6}" type="presOf" srcId="{E2F81A2D-1109-4FFE-891A-0C9C6FE6471E}" destId="{7B06F413-A825-4033-B241-BCB52C9DD5AB}" srcOrd="0" destOrd="0" presId="urn:microsoft.com/office/officeart/2005/8/layout/chevron2"/>
    <dgm:cxn modelId="{47C75B8C-08B7-4BBB-A400-4DB67927E4D9}" srcId="{ABB9884C-7A92-4B10-858A-407854AE0568}" destId="{DE4E7CA1-C201-42F0-B53B-F1BAE6790058}" srcOrd="2" destOrd="0" parTransId="{7D57C534-C01C-412D-B1B1-FD81C8961563}" sibTransId="{B47C1B98-3B1C-43DC-8F96-0C8C7952E138}"/>
    <dgm:cxn modelId="{9CE5238D-065D-4DC8-902B-537DD1B68A43}" type="presOf" srcId="{A4EE6CA8-EC2F-4B51-BAAE-7A307E125E87}" destId="{E2140CC1-4DE0-4C6C-993B-26C89BEA89D5}" srcOrd="0" destOrd="0" presId="urn:microsoft.com/office/officeart/2005/8/layout/chevron2"/>
    <dgm:cxn modelId="{1CA1268F-372D-4712-A409-EEF38438A11E}" srcId="{8E6AAF94-33BD-4B08-9E6A-1584D847C66F}" destId="{4257EB67-D080-4057-96CA-860524686383}" srcOrd="2" destOrd="0" parTransId="{C581D1CF-354B-4C8D-BA21-5EF0A27E9649}" sibTransId="{18AB6D2D-C2CD-49CE-BB4A-0A99899BBE9B}"/>
    <dgm:cxn modelId="{36F0EC9E-DD82-40A1-BEB5-7016DDA90CD1}" type="presOf" srcId="{78B73E83-7345-40DE-B835-738DBE462DEF}" destId="{5DDA5A45-4B1B-4D33-8EC7-AAA94FA43443}" srcOrd="0" destOrd="0" presId="urn:microsoft.com/office/officeart/2005/8/layout/chevron2"/>
    <dgm:cxn modelId="{B05DC9A0-0F72-4665-947D-5642B3EDA7BE}" type="presOf" srcId="{09005DAC-1AA7-499D-BDDE-602A85F3FE4F}" destId="{C23F4827-5A7E-4D68-A2D3-BE1B1F443579}" srcOrd="0" destOrd="0" presId="urn:microsoft.com/office/officeart/2005/8/layout/chevron2"/>
    <dgm:cxn modelId="{302D28B9-6958-4635-923C-FF8592DDE07C}" srcId="{8E6AAF94-33BD-4B08-9E6A-1584D847C66F}" destId="{36F88FDA-3993-4CB6-96DC-75052802B144}" srcOrd="1" destOrd="0" parTransId="{1EF9B1DE-176C-4E8F-BB1A-98AF9EB07023}" sibTransId="{B43769D3-4146-4D5E-B899-40F2495C3D40}"/>
    <dgm:cxn modelId="{A2A416BD-C9B4-4B12-A099-C6A48657A3C0}" type="presOf" srcId="{925EC967-068D-437E-B31F-413872FE71E0}" destId="{E2140CC1-4DE0-4C6C-993B-26C89BEA89D5}" srcOrd="0" destOrd="2" presId="urn:microsoft.com/office/officeart/2005/8/layout/chevron2"/>
    <dgm:cxn modelId="{416A33BD-0ED1-475C-B07B-0753F0DDC4EA}" srcId="{78B73E83-7345-40DE-B835-738DBE462DEF}" destId="{925EC967-068D-437E-B31F-413872FE71E0}" srcOrd="2" destOrd="0" parTransId="{7A2EDEB8-DC38-4A29-B8E8-5BE49E92C850}" sibTransId="{F69099FA-5398-4B76-9808-84CB448B2EAB}"/>
    <dgm:cxn modelId="{C2BF95C1-0A2B-4747-8822-E8BFC4FA6DEA}" type="presOf" srcId="{36F88FDA-3993-4CB6-96DC-75052802B144}" destId="{9210392A-C129-4F1C-B836-572CE19EFFDA}" srcOrd="0" destOrd="0" presId="urn:microsoft.com/office/officeart/2005/8/layout/chevron2"/>
    <dgm:cxn modelId="{37FBF3C5-9BA2-4821-AF45-13CFED0834CE}" type="presOf" srcId="{40839607-79AC-4F5F-B352-77956474D447}" destId="{7B06F413-A825-4033-B241-BCB52C9DD5AB}" srcOrd="0" destOrd="1" presId="urn:microsoft.com/office/officeart/2005/8/layout/chevron2"/>
    <dgm:cxn modelId="{406F0BC8-DDAD-45AF-83CC-CCC8713F4F00}" type="presOf" srcId="{ABB9884C-7A92-4B10-858A-407854AE0568}" destId="{821284ED-3941-4929-A49F-0A838031BED5}" srcOrd="0" destOrd="0" presId="urn:microsoft.com/office/officeart/2005/8/layout/chevron2"/>
    <dgm:cxn modelId="{60B837CB-7C78-4376-A093-1268BE6519DD}" type="presOf" srcId="{C9F9E113-FE8E-4EC3-AA8F-F7407989EDDB}" destId="{E2140CC1-4DE0-4C6C-993B-26C89BEA89D5}" srcOrd="0" destOrd="1" presId="urn:microsoft.com/office/officeart/2005/8/layout/chevron2"/>
    <dgm:cxn modelId="{745EC1DC-6827-41E4-87E4-E9B6DB56E07B}" srcId="{4257EB67-D080-4057-96CA-860524686383}" destId="{0621C50E-DA4B-4C93-B815-196D315ED02B}" srcOrd="0" destOrd="0" parTransId="{BD8DB3D8-B6BD-4F74-8327-10EE3F96CCD7}" sibTransId="{E1DD9437-1026-4D42-BFD5-568C78CD1DBA}"/>
    <dgm:cxn modelId="{2E3DE8E2-100E-4F98-9DAF-F580462A4A51}" srcId="{002C506E-F290-4ABB-A21A-A41904FFCDE4}" destId="{E2F81A2D-1109-4FFE-891A-0C9C6FE6471E}" srcOrd="0" destOrd="0" parTransId="{FCA01D8E-A888-4053-A695-0A2B1BF16E78}" sibTransId="{84DCF72A-6FBF-4DE7-8274-DC90F11D2489}"/>
    <dgm:cxn modelId="{7CED82F4-E45F-4DA7-B1A7-EAE81073FFC2}" type="presOf" srcId="{2D3C9F95-4160-4C84-BADE-76E231A6574A}" destId="{A36AD2DD-709D-472B-BF4C-6903037702C5}" srcOrd="0" destOrd="1" presId="urn:microsoft.com/office/officeart/2005/8/layout/chevron2"/>
    <dgm:cxn modelId="{FD0A67F5-430C-4D0E-9EB5-3DDC66ADF57B}" srcId="{78B73E83-7345-40DE-B835-738DBE462DEF}" destId="{C9F9E113-FE8E-4EC3-AA8F-F7407989EDDB}" srcOrd="1" destOrd="0" parTransId="{7D0FF80F-23DD-46A3-A609-EE6361E5BBDB}" sibTransId="{35C84E8A-8CDD-4EDB-9752-ED5960A9E240}"/>
    <dgm:cxn modelId="{7B2F46FF-2CCF-4F98-B15A-D10DE5DB02ED}" type="presOf" srcId="{4257EB67-D080-4057-96CA-860524686383}" destId="{41978899-52BA-473C-A541-30650AB8E11C}" srcOrd="0" destOrd="0" presId="urn:microsoft.com/office/officeart/2005/8/layout/chevron2"/>
    <dgm:cxn modelId="{7D93A432-C099-4B0F-A4CC-9728D5762B5E}" type="presParOf" srcId="{A02ED518-9289-465A-AFE2-57153AA59B56}" destId="{2D38AA77-52EC-4255-981C-94417AA7D989}" srcOrd="0" destOrd="0" presId="urn:microsoft.com/office/officeart/2005/8/layout/chevron2"/>
    <dgm:cxn modelId="{855C982D-CDD9-4522-BA94-EA6755909479}" type="presParOf" srcId="{2D38AA77-52EC-4255-981C-94417AA7D989}" destId="{5DDA5A45-4B1B-4D33-8EC7-AAA94FA43443}" srcOrd="0" destOrd="0" presId="urn:microsoft.com/office/officeart/2005/8/layout/chevron2"/>
    <dgm:cxn modelId="{AF56CFFF-D9FD-488D-8B15-78636AF76F09}" type="presParOf" srcId="{2D38AA77-52EC-4255-981C-94417AA7D989}" destId="{E2140CC1-4DE0-4C6C-993B-26C89BEA89D5}" srcOrd="1" destOrd="0" presId="urn:microsoft.com/office/officeart/2005/8/layout/chevron2"/>
    <dgm:cxn modelId="{4C3B5612-F92C-4C09-AA0D-F16126B3039A}" type="presParOf" srcId="{A02ED518-9289-465A-AFE2-57153AA59B56}" destId="{EF9DAD7F-3E1B-4079-A9DB-9A6135774EA3}" srcOrd="1" destOrd="0" presId="urn:microsoft.com/office/officeart/2005/8/layout/chevron2"/>
    <dgm:cxn modelId="{5BFBBCE6-27E8-4AC7-B123-7E4C53449CB3}" type="presParOf" srcId="{A02ED518-9289-465A-AFE2-57153AA59B56}" destId="{B592B5C7-9976-40E5-995C-0EDDC614667D}" srcOrd="2" destOrd="0" presId="urn:microsoft.com/office/officeart/2005/8/layout/chevron2"/>
    <dgm:cxn modelId="{AA9ECB96-0C57-4786-A03E-EA3E46736836}" type="presParOf" srcId="{B592B5C7-9976-40E5-995C-0EDDC614667D}" destId="{9210392A-C129-4F1C-B836-572CE19EFFDA}" srcOrd="0" destOrd="0" presId="urn:microsoft.com/office/officeart/2005/8/layout/chevron2"/>
    <dgm:cxn modelId="{EBCE61F2-2E68-44FB-A3EB-5C4D3CE2BCF1}" type="presParOf" srcId="{B592B5C7-9976-40E5-995C-0EDDC614667D}" destId="{C23F4827-5A7E-4D68-A2D3-BE1B1F443579}" srcOrd="1" destOrd="0" presId="urn:microsoft.com/office/officeart/2005/8/layout/chevron2"/>
    <dgm:cxn modelId="{C86A53DF-88E0-4DE6-9CD7-E2D7E5922B06}" type="presParOf" srcId="{A02ED518-9289-465A-AFE2-57153AA59B56}" destId="{5DB7DEFF-C933-434C-A3DF-13A72B52FCC7}" srcOrd="3" destOrd="0" presId="urn:microsoft.com/office/officeart/2005/8/layout/chevron2"/>
    <dgm:cxn modelId="{0769D5CB-75FD-4A62-91DC-FB06B7659718}" type="presParOf" srcId="{A02ED518-9289-465A-AFE2-57153AA59B56}" destId="{C48BA932-62E3-40F6-B9EF-7438AA13D829}" srcOrd="4" destOrd="0" presId="urn:microsoft.com/office/officeart/2005/8/layout/chevron2"/>
    <dgm:cxn modelId="{5C792366-1AED-45A3-9073-77EBEEE4B944}" type="presParOf" srcId="{C48BA932-62E3-40F6-B9EF-7438AA13D829}" destId="{41978899-52BA-473C-A541-30650AB8E11C}" srcOrd="0" destOrd="0" presId="urn:microsoft.com/office/officeart/2005/8/layout/chevron2"/>
    <dgm:cxn modelId="{9EBF0430-5988-43F4-A3AB-42968DCFBE64}" type="presParOf" srcId="{C48BA932-62E3-40F6-B9EF-7438AA13D829}" destId="{2F8C6154-0716-4A48-A38F-86535BFA1D8E}" srcOrd="1" destOrd="0" presId="urn:microsoft.com/office/officeart/2005/8/layout/chevron2"/>
    <dgm:cxn modelId="{7F98753C-0D31-4126-A23C-36B2BDA0BE2F}" type="presParOf" srcId="{A02ED518-9289-465A-AFE2-57153AA59B56}" destId="{61516B96-5A3C-4AFF-AEED-B3ABF92FDC40}" srcOrd="5" destOrd="0" presId="urn:microsoft.com/office/officeart/2005/8/layout/chevron2"/>
    <dgm:cxn modelId="{33901C2E-BF19-493E-8789-2EDFF963C44F}" type="presParOf" srcId="{A02ED518-9289-465A-AFE2-57153AA59B56}" destId="{3F93CF47-B147-461B-AC26-CD1A8361C0B6}" srcOrd="6" destOrd="0" presId="urn:microsoft.com/office/officeart/2005/8/layout/chevron2"/>
    <dgm:cxn modelId="{2624BDCB-E672-4501-85AA-5F9AE4C53DDE}" type="presParOf" srcId="{3F93CF47-B147-461B-AC26-CD1A8361C0B6}" destId="{D177B0FC-8A88-477B-B6EC-E80075EF6012}" srcOrd="0" destOrd="0" presId="urn:microsoft.com/office/officeart/2005/8/layout/chevron2"/>
    <dgm:cxn modelId="{C7A29070-DBEB-4FCE-B2A2-70D0B65871D3}" type="presParOf" srcId="{3F93CF47-B147-461B-AC26-CD1A8361C0B6}" destId="{7B06F413-A825-4033-B241-BCB52C9DD5AB}" srcOrd="1" destOrd="0" presId="urn:microsoft.com/office/officeart/2005/8/layout/chevron2"/>
    <dgm:cxn modelId="{04BF21B7-2A65-4ADD-BD0C-D570848D670B}" type="presParOf" srcId="{A02ED518-9289-465A-AFE2-57153AA59B56}" destId="{E4834179-254A-4978-89DE-90D3B84C10CF}" srcOrd="7" destOrd="0" presId="urn:microsoft.com/office/officeart/2005/8/layout/chevron2"/>
    <dgm:cxn modelId="{56EAAEA8-0DDF-4014-9879-1A6DB2D5FA80}" type="presParOf" srcId="{A02ED518-9289-465A-AFE2-57153AA59B56}" destId="{EF11F14D-E630-47DD-9612-5F9297DB2056}" srcOrd="8" destOrd="0" presId="urn:microsoft.com/office/officeart/2005/8/layout/chevron2"/>
    <dgm:cxn modelId="{6CB4FB72-5D52-4FBF-9FAF-7FCC49CD1ABC}" type="presParOf" srcId="{EF11F14D-E630-47DD-9612-5F9297DB2056}" destId="{821284ED-3941-4929-A49F-0A838031BED5}" srcOrd="0" destOrd="0" presId="urn:microsoft.com/office/officeart/2005/8/layout/chevron2"/>
    <dgm:cxn modelId="{4282B7C9-CC33-44DB-B366-928C95653433}" type="presParOf" srcId="{EF11F14D-E630-47DD-9612-5F9297DB2056}" destId="{A36AD2DD-709D-472B-BF4C-6903037702C5}" srcOrd="1" destOrd="0" presId="urn:microsoft.com/office/officeart/2005/8/layout/chevron2"/>
  </dgm:cxnLst>
  <dgm:bg>
    <a:solidFill>
      <a:srgbClr val="E2E8E4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6AAF94-33BD-4B08-9E6A-1584D847C66F}" type="doc">
      <dgm:prSet loTypeId="urn:microsoft.com/office/officeart/2005/8/layout/chevron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78B73E83-7345-40DE-B835-738DBE462DEF}">
      <dgm:prSet phldrT="[Texte]"/>
      <dgm:spPr/>
      <dgm:t>
        <a:bodyPr/>
        <a:lstStyle/>
        <a:p>
          <a:r>
            <a:rPr lang="fr-FR" dirty="0"/>
            <a:t>Lavage</a:t>
          </a:r>
        </a:p>
      </dgm:t>
    </dgm:pt>
    <dgm:pt modelId="{1CAEE950-AFCD-48FE-BA2A-A8990F15FE9F}" type="parTrans" cxnId="{7F84A718-77A1-4DFF-9C0C-B1EE74B51641}">
      <dgm:prSet/>
      <dgm:spPr/>
      <dgm:t>
        <a:bodyPr/>
        <a:lstStyle/>
        <a:p>
          <a:endParaRPr lang="fr-FR"/>
        </a:p>
      </dgm:t>
    </dgm:pt>
    <dgm:pt modelId="{DEFFFD4F-5B3A-44FE-A968-38724BABCC5E}" type="sibTrans" cxnId="{7F84A718-77A1-4DFF-9C0C-B1EE74B51641}">
      <dgm:prSet/>
      <dgm:spPr/>
      <dgm:t>
        <a:bodyPr/>
        <a:lstStyle/>
        <a:p>
          <a:endParaRPr lang="fr-FR"/>
        </a:p>
      </dgm:t>
    </dgm:pt>
    <dgm:pt modelId="{A4EE6CA8-EC2F-4B51-BAAE-7A307E125E87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Eau</a:t>
          </a:r>
        </a:p>
      </dgm:t>
    </dgm:pt>
    <dgm:pt modelId="{71DA4629-6C70-4440-A797-B6BEADCF45F6}" type="parTrans" cxnId="{D039B74F-6CDA-4170-9692-49D7B06E6BC2}">
      <dgm:prSet/>
      <dgm:spPr/>
      <dgm:t>
        <a:bodyPr/>
        <a:lstStyle/>
        <a:p>
          <a:endParaRPr lang="fr-FR"/>
        </a:p>
      </dgm:t>
    </dgm:pt>
    <dgm:pt modelId="{EB13B817-0BDF-423A-9C9C-9D32DAEEE2E3}" type="sibTrans" cxnId="{D039B74F-6CDA-4170-9692-49D7B06E6BC2}">
      <dgm:prSet/>
      <dgm:spPr/>
      <dgm:t>
        <a:bodyPr/>
        <a:lstStyle/>
        <a:p>
          <a:endParaRPr lang="fr-FR"/>
        </a:p>
      </dgm:t>
    </dgm:pt>
    <dgm:pt modelId="{C9F9E113-FE8E-4EC3-AA8F-F7407989EDDB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dirty="0"/>
            <a:t>Solution d’NaHCO</a:t>
          </a:r>
          <a:r>
            <a:rPr lang="fr-FR" sz="1300" b="1" baseline="-25000" dirty="0"/>
            <a:t>3</a:t>
          </a:r>
        </a:p>
      </dgm:t>
    </dgm:pt>
    <dgm:pt modelId="{7D0FF80F-23DD-46A3-A609-EE6361E5BBDB}" type="parTrans" cxnId="{FD0A67F5-430C-4D0E-9EB5-3DDC66ADF57B}">
      <dgm:prSet/>
      <dgm:spPr/>
      <dgm:t>
        <a:bodyPr/>
        <a:lstStyle/>
        <a:p>
          <a:endParaRPr lang="fr-FR"/>
        </a:p>
      </dgm:t>
    </dgm:pt>
    <dgm:pt modelId="{35C84E8A-8CDD-4EDB-9752-ED5960A9E240}" type="sibTrans" cxnId="{FD0A67F5-430C-4D0E-9EB5-3DDC66ADF57B}">
      <dgm:prSet/>
      <dgm:spPr/>
      <dgm:t>
        <a:bodyPr/>
        <a:lstStyle/>
        <a:p>
          <a:endParaRPr lang="fr-FR"/>
        </a:p>
      </dgm:t>
    </dgm:pt>
    <dgm:pt modelId="{36F88FDA-3993-4CB6-96DC-75052802B144}">
      <dgm:prSet phldrT="[Texte]"/>
      <dgm:spPr/>
      <dgm:t>
        <a:bodyPr/>
        <a:lstStyle/>
        <a:p>
          <a:r>
            <a:rPr lang="fr-FR" dirty="0"/>
            <a:t>Séchage</a:t>
          </a:r>
        </a:p>
      </dgm:t>
    </dgm:pt>
    <dgm:pt modelId="{1EF9B1DE-176C-4E8F-BB1A-98AF9EB07023}" type="parTrans" cxnId="{302D28B9-6958-4635-923C-FF8592DDE07C}">
      <dgm:prSet/>
      <dgm:spPr/>
      <dgm:t>
        <a:bodyPr/>
        <a:lstStyle/>
        <a:p>
          <a:endParaRPr lang="fr-FR"/>
        </a:p>
      </dgm:t>
    </dgm:pt>
    <dgm:pt modelId="{B43769D3-4146-4D5E-B899-40F2495C3D40}" type="sibTrans" cxnId="{302D28B9-6958-4635-923C-FF8592DDE07C}">
      <dgm:prSet/>
      <dgm:spPr/>
      <dgm:t>
        <a:bodyPr/>
        <a:lstStyle/>
        <a:p>
          <a:endParaRPr lang="fr-FR"/>
        </a:p>
      </dgm:t>
    </dgm:pt>
    <dgm:pt modelId="{3595AF7E-6A25-445D-9267-BAEF02D0BFA5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4</a:t>
          </a:r>
        </a:p>
      </dgm:t>
    </dgm:pt>
    <dgm:pt modelId="{9942E6AE-9A7F-4719-AD09-B2EDC9CF3525}" type="parTrans" cxnId="{5547FFA1-A2DD-49A4-A608-EDB0A0D5F28B}">
      <dgm:prSet/>
      <dgm:spPr/>
      <dgm:t>
        <a:bodyPr/>
        <a:lstStyle/>
        <a:p>
          <a:endParaRPr lang="fr-FR"/>
        </a:p>
      </dgm:t>
    </dgm:pt>
    <dgm:pt modelId="{22C5C487-BBD5-464B-AB4B-1B5B4F93B2CF}" type="sibTrans" cxnId="{5547FFA1-A2DD-49A4-A608-EDB0A0D5F28B}">
      <dgm:prSet/>
      <dgm:spPr/>
      <dgm:t>
        <a:bodyPr/>
        <a:lstStyle/>
        <a:p>
          <a:endParaRPr lang="fr-FR"/>
        </a:p>
      </dgm:t>
    </dgm:pt>
    <dgm:pt modelId="{F7B16A0C-B850-4CC7-AFD8-11A4059CBF1B}">
      <dgm:prSet phldrT="[Texte]"/>
      <dgm:spPr/>
      <dgm:t>
        <a:bodyPr/>
        <a:lstStyle/>
        <a:p>
          <a:r>
            <a:rPr lang="fr-FR" dirty="0"/>
            <a:t>Analyses</a:t>
          </a:r>
        </a:p>
      </dgm:t>
    </dgm:pt>
    <dgm:pt modelId="{51E4D137-D15E-4E2A-9410-549F23881914}" type="parTrans" cxnId="{B93DF0BF-47EA-471C-972B-C6C14FC86EE5}">
      <dgm:prSet/>
      <dgm:spPr/>
      <dgm:t>
        <a:bodyPr/>
        <a:lstStyle/>
        <a:p>
          <a:endParaRPr lang="fr-FR"/>
        </a:p>
      </dgm:t>
    </dgm:pt>
    <dgm:pt modelId="{6AEE466B-5087-433B-9567-46AA471D834F}" type="sibTrans" cxnId="{B93DF0BF-47EA-471C-972B-C6C14FC86EE5}">
      <dgm:prSet/>
      <dgm:spPr/>
      <dgm:t>
        <a:bodyPr/>
        <a:lstStyle/>
        <a:p>
          <a:endParaRPr lang="fr-FR"/>
        </a:p>
      </dgm:t>
    </dgm:pt>
    <dgm:pt modelId="{22BE1DC7-6E3B-4967-AF7B-A3F0E74816A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</dgm:t>
    </dgm:pt>
    <dgm:pt modelId="{A028288F-AEE5-4292-9DEC-96F616FA502A}" type="parTrans" cxnId="{A395E31B-7581-41F1-BFD8-1260D04CEB03}">
      <dgm:prSet/>
      <dgm:spPr/>
      <dgm:t>
        <a:bodyPr/>
        <a:lstStyle/>
        <a:p>
          <a:endParaRPr lang="fr-FR"/>
        </a:p>
      </dgm:t>
    </dgm:pt>
    <dgm:pt modelId="{D502D834-D3FE-4F8A-AFD8-20C8D1A39D4D}" type="sibTrans" cxnId="{A395E31B-7581-41F1-BFD8-1260D04CEB03}">
      <dgm:prSet/>
      <dgm:spPr/>
      <dgm:t>
        <a:bodyPr/>
        <a:lstStyle/>
        <a:p>
          <a:endParaRPr lang="fr-FR"/>
        </a:p>
      </dgm:t>
    </dgm:pt>
    <dgm:pt modelId="{925EC967-068D-437E-B31F-413872FE71E0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300" b="1" baseline="0" dirty="0"/>
            <a:t>Eau salée</a:t>
          </a:r>
        </a:p>
      </dgm:t>
    </dgm:pt>
    <dgm:pt modelId="{7A2EDEB8-DC38-4A29-B8E8-5BE49E92C850}" type="parTrans" cxnId="{416A33BD-0ED1-475C-B07B-0753F0DDC4EA}">
      <dgm:prSet/>
      <dgm:spPr/>
      <dgm:t>
        <a:bodyPr/>
        <a:lstStyle/>
        <a:p>
          <a:endParaRPr lang="fr-FR"/>
        </a:p>
      </dgm:t>
    </dgm:pt>
    <dgm:pt modelId="{F69099FA-5398-4B76-9808-84CB448B2EAB}" type="sibTrans" cxnId="{416A33BD-0ED1-475C-B07B-0753F0DDC4EA}">
      <dgm:prSet/>
      <dgm:spPr/>
      <dgm:t>
        <a:bodyPr/>
        <a:lstStyle/>
        <a:p>
          <a:endParaRPr lang="fr-FR"/>
        </a:p>
      </dgm:t>
    </dgm:pt>
    <dgm:pt modelId="{2D3C9F95-4160-4C84-BADE-76E231A6574A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</dgm:t>
    </dgm:pt>
    <dgm:pt modelId="{37092CC1-17D5-47A0-B59C-48318B0E7E33}" type="parTrans" cxnId="{BF58B178-85A1-4236-93EF-F0842BBC5749}">
      <dgm:prSet/>
      <dgm:spPr/>
      <dgm:t>
        <a:bodyPr/>
        <a:lstStyle/>
        <a:p>
          <a:endParaRPr lang="fr-FR"/>
        </a:p>
      </dgm:t>
    </dgm:pt>
    <dgm:pt modelId="{4D6CEBFB-BD04-412C-9659-089C6F14FC5A}" type="sibTrans" cxnId="{BF58B178-85A1-4236-93EF-F0842BBC5749}">
      <dgm:prSet/>
      <dgm:spPr/>
      <dgm:t>
        <a:bodyPr/>
        <a:lstStyle/>
        <a:p>
          <a:endParaRPr lang="fr-FR"/>
        </a:p>
      </dgm:t>
    </dgm:pt>
    <dgm:pt modelId="{DE4E7CA1-C201-42F0-B53B-F1BAE679005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gm:t>
    </dgm:pt>
    <dgm:pt modelId="{7D57C534-C01C-412D-B1B1-FD81C8961563}" type="parTrans" cxnId="{47C75B8C-08B7-4BBB-A400-4DB67927E4D9}">
      <dgm:prSet/>
      <dgm:spPr/>
      <dgm:t>
        <a:bodyPr/>
        <a:lstStyle/>
        <a:p>
          <a:endParaRPr lang="fr-FR"/>
        </a:p>
      </dgm:t>
    </dgm:pt>
    <dgm:pt modelId="{B47C1B98-3B1C-43DC-8F96-0C8C7952E138}" type="sibTrans" cxnId="{47C75B8C-08B7-4BBB-A400-4DB67927E4D9}">
      <dgm:prSet/>
      <dgm:spPr/>
      <dgm:t>
        <a:bodyPr/>
        <a:lstStyle/>
        <a:p>
          <a:endParaRPr lang="fr-FR"/>
        </a:p>
      </dgm:t>
    </dgm:pt>
    <dgm:pt modelId="{686E15F9-0E33-4251-9D78-D0923E5C472E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92456" tIns="8255" rIns="8255" bIns="8255" numCol="1" spcCol="1270" anchor="ctr" anchorCtr="0"/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brut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</a:p>
      </dgm:t>
    </dgm:pt>
    <dgm:pt modelId="{82409B20-2EEB-4905-9F97-5305B1109C5B}" type="parTrans" cxnId="{DCFD21CD-3C2B-49BD-B17C-A6CB950BD177}">
      <dgm:prSet/>
      <dgm:spPr/>
      <dgm:t>
        <a:bodyPr/>
        <a:lstStyle/>
        <a:p>
          <a:endParaRPr lang="fr-FR"/>
        </a:p>
      </dgm:t>
    </dgm:pt>
    <dgm:pt modelId="{0A0D0EE2-BEE0-4F69-988A-98D990318EB1}" type="sibTrans" cxnId="{DCFD21CD-3C2B-49BD-B17C-A6CB950BD177}">
      <dgm:prSet/>
      <dgm:spPr/>
      <dgm:t>
        <a:bodyPr/>
        <a:lstStyle/>
        <a:p>
          <a:endParaRPr lang="fr-FR"/>
        </a:p>
      </dgm:t>
    </dgm:pt>
    <dgm:pt modelId="{69D64F5C-1B53-408A-989F-3848C675540E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194A8AB0-E384-4C83-80A8-C54DC3110A10}" type="parTrans" cxnId="{A3DD848B-0799-4A7E-86E2-EA4B01163ACF}">
      <dgm:prSet/>
      <dgm:spPr/>
      <dgm:t>
        <a:bodyPr/>
        <a:lstStyle/>
        <a:p>
          <a:endParaRPr lang="fr-FR"/>
        </a:p>
      </dgm:t>
    </dgm:pt>
    <dgm:pt modelId="{501DF7B3-6550-4680-91B3-FAA3EF730F0B}" type="sibTrans" cxnId="{A3DD848B-0799-4A7E-86E2-EA4B01163ACF}">
      <dgm:prSet/>
      <dgm:spPr/>
      <dgm:t>
        <a:bodyPr/>
        <a:lstStyle/>
        <a:p>
          <a:endParaRPr lang="fr-FR"/>
        </a:p>
      </dgm:t>
    </dgm:pt>
    <dgm:pt modelId="{640A14DD-BD05-44C5-BEF2-CF907657EE9E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fr-FR" sz="1300" b="1" dirty="0"/>
            <a:t>Nécessité d’une purification par purification ?</a:t>
          </a:r>
        </a:p>
      </dgm:t>
    </dgm:pt>
    <dgm:pt modelId="{8910C2B8-7504-440E-A8D4-BD2C5A3BB755}" type="parTrans" cxnId="{45CBC0C6-FAF8-423A-8823-4E441AF20F5D}">
      <dgm:prSet/>
      <dgm:spPr/>
      <dgm:t>
        <a:bodyPr/>
        <a:lstStyle/>
        <a:p>
          <a:endParaRPr lang="fr-FR"/>
        </a:p>
      </dgm:t>
    </dgm:pt>
    <dgm:pt modelId="{F0A92515-D165-48D1-9DC7-30E849657616}" type="sibTrans" cxnId="{45CBC0C6-FAF8-423A-8823-4E441AF20F5D}">
      <dgm:prSet/>
      <dgm:spPr/>
      <dgm:t>
        <a:bodyPr/>
        <a:lstStyle/>
        <a:p>
          <a:endParaRPr lang="fr-FR"/>
        </a:p>
      </dgm:t>
    </dgm:pt>
    <dgm:pt modelId="{43E15B2E-4824-4A33-A5E2-60FB88E498CD}">
      <dgm:prSet phldrT="[Texte]"/>
      <dgm:spPr/>
      <dgm:t>
        <a:bodyPr/>
        <a:lstStyle/>
        <a:p>
          <a:r>
            <a:rPr lang="fr-FR" dirty="0"/>
            <a:t>Purification</a:t>
          </a:r>
        </a:p>
      </dgm:t>
    </dgm:pt>
    <dgm:pt modelId="{5F9C48AC-EE91-421F-B797-629C3BDE1CF4}" type="parTrans" cxnId="{ACD96B4D-848E-452E-B1F8-7BCBABBD48E9}">
      <dgm:prSet/>
      <dgm:spPr/>
      <dgm:t>
        <a:bodyPr/>
        <a:lstStyle/>
        <a:p>
          <a:endParaRPr lang="fr-FR"/>
        </a:p>
      </dgm:t>
    </dgm:pt>
    <dgm:pt modelId="{10FFFF80-22EE-4DDE-AA2E-E997234039A1}" type="sibTrans" cxnId="{ACD96B4D-848E-452E-B1F8-7BCBABBD48E9}">
      <dgm:prSet/>
      <dgm:spPr/>
      <dgm:t>
        <a:bodyPr/>
        <a:lstStyle/>
        <a:p>
          <a:endParaRPr lang="fr-FR"/>
        </a:p>
      </dgm:t>
    </dgm:pt>
    <dgm:pt modelId="{73F03463-D29D-4967-8627-AB30028565C0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fr-FR" sz="1300" b="1" dirty="0"/>
            <a:t>Distillation fractionnée</a:t>
          </a:r>
        </a:p>
      </dgm:t>
    </dgm:pt>
    <dgm:pt modelId="{F3F07D5B-E009-4E44-8442-8401FB8A8F83}" type="parTrans" cxnId="{EE86F0F2-3D1E-4B69-9948-21AE945417AE}">
      <dgm:prSet/>
      <dgm:spPr/>
      <dgm:t>
        <a:bodyPr/>
        <a:lstStyle/>
        <a:p>
          <a:endParaRPr lang="fr-FR"/>
        </a:p>
      </dgm:t>
    </dgm:pt>
    <dgm:pt modelId="{85A23800-61D3-4039-8651-407D9A0C23CD}" type="sibTrans" cxnId="{EE86F0F2-3D1E-4B69-9948-21AE945417AE}">
      <dgm:prSet/>
      <dgm:spPr/>
      <dgm:t>
        <a:bodyPr/>
        <a:lstStyle/>
        <a:p>
          <a:endParaRPr lang="fr-FR"/>
        </a:p>
      </dgm:t>
    </dgm:pt>
    <dgm:pt modelId="{CE862AE3-BA56-4DC3-B213-8BA1B5FDF8C8}">
      <dgm:prSet phldrT="[Texte]" custT="1"/>
      <dgm:spPr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Char char="•"/>
          </a:pPr>
          <a:r>
            <a:rPr lang="fr-FR" sz="1300" b="1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pur </a:t>
          </a:r>
          <a:r>
            <a:rPr lang="fr-FR" sz="13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  <a:endParaRPr lang="fr-FR" sz="1300" b="1" dirty="0"/>
        </a:p>
      </dgm:t>
    </dgm:pt>
    <dgm:pt modelId="{1A429C1C-5184-4943-B8B1-D3F0C6F6FDBE}" type="parTrans" cxnId="{AB8BB9EF-41B5-4C8A-B8B0-DE9C5895DB76}">
      <dgm:prSet/>
      <dgm:spPr/>
      <dgm:t>
        <a:bodyPr/>
        <a:lstStyle/>
        <a:p>
          <a:endParaRPr lang="fr-FR"/>
        </a:p>
      </dgm:t>
    </dgm:pt>
    <dgm:pt modelId="{FB619140-E9BF-468C-9377-47C7B922AD00}" type="sibTrans" cxnId="{AB8BB9EF-41B5-4C8A-B8B0-DE9C5895DB76}">
      <dgm:prSet/>
      <dgm:spPr/>
      <dgm:t>
        <a:bodyPr/>
        <a:lstStyle/>
        <a:p>
          <a:endParaRPr lang="fr-FR"/>
        </a:p>
      </dgm:t>
    </dgm:pt>
    <dgm:pt modelId="{A02ED518-9289-465A-AFE2-57153AA59B56}" type="pres">
      <dgm:prSet presAssocID="{8E6AAF94-33BD-4B08-9E6A-1584D847C66F}" presName="linearFlow" presStyleCnt="0">
        <dgm:presLayoutVars>
          <dgm:dir/>
          <dgm:animLvl val="lvl"/>
          <dgm:resizeHandles val="exact"/>
        </dgm:presLayoutVars>
      </dgm:prSet>
      <dgm:spPr/>
    </dgm:pt>
    <dgm:pt modelId="{2D38AA77-52EC-4255-981C-94417AA7D989}" type="pres">
      <dgm:prSet presAssocID="{78B73E83-7345-40DE-B835-738DBE462DEF}" presName="composite" presStyleCnt="0"/>
      <dgm:spPr/>
    </dgm:pt>
    <dgm:pt modelId="{5DDA5A45-4B1B-4D33-8EC7-AAA94FA43443}" type="pres">
      <dgm:prSet presAssocID="{78B73E83-7345-40DE-B835-738DBE462DEF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E2140CC1-4DE0-4C6C-993B-26C89BEA89D5}" type="pres">
      <dgm:prSet presAssocID="{78B73E83-7345-40DE-B835-738DBE462DEF}" presName="descendantText" presStyleLbl="alignAcc1" presStyleIdx="0" presStyleCnt="5" custScaleY="127213">
        <dgm:presLayoutVars>
          <dgm:bulletEnabled val="1"/>
        </dgm:presLayoutVars>
      </dgm:prSet>
      <dgm:spPr/>
    </dgm:pt>
    <dgm:pt modelId="{EF9DAD7F-3E1B-4079-A9DB-9A6135774EA3}" type="pres">
      <dgm:prSet presAssocID="{DEFFFD4F-5B3A-44FE-A968-38724BABCC5E}" presName="sp" presStyleCnt="0"/>
      <dgm:spPr/>
    </dgm:pt>
    <dgm:pt modelId="{B592B5C7-9976-40E5-995C-0EDDC614667D}" type="pres">
      <dgm:prSet presAssocID="{36F88FDA-3993-4CB6-96DC-75052802B144}" presName="composite" presStyleCnt="0"/>
      <dgm:spPr/>
    </dgm:pt>
    <dgm:pt modelId="{9210392A-C129-4F1C-B836-572CE19EFFDA}" type="pres">
      <dgm:prSet presAssocID="{36F88FDA-3993-4CB6-96DC-75052802B144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C23F4827-5A7E-4D68-A2D3-BE1B1F443579}" type="pres">
      <dgm:prSet presAssocID="{36F88FDA-3993-4CB6-96DC-75052802B144}" presName="descendantText" presStyleLbl="alignAcc1" presStyleIdx="1" presStyleCnt="5" custLinFactNeighborY="0">
        <dgm:presLayoutVars>
          <dgm:bulletEnabled val="1"/>
        </dgm:presLayoutVars>
      </dgm:prSet>
      <dgm:spPr>
        <a:xfrm rot="5400000">
          <a:off x="1890763" y="897857"/>
          <a:ext cx="1147788" cy="2457155"/>
        </a:xfrm>
        <a:prstGeom prst="round2SameRect">
          <a:avLst/>
        </a:prstGeom>
      </dgm:spPr>
    </dgm:pt>
    <dgm:pt modelId="{5DB7DEFF-C933-434C-A3DF-13A72B52FCC7}" type="pres">
      <dgm:prSet presAssocID="{B43769D3-4146-4D5E-B899-40F2495C3D40}" presName="sp" presStyleCnt="0"/>
      <dgm:spPr/>
    </dgm:pt>
    <dgm:pt modelId="{6211C8C8-BBA0-4994-B1A6-52E7D9C529BE}" type="pres">
      <dgm:prSet presAssocID="{69D64F5C-1B53-408A-989F-3848C675540E}" presName="composite" presStyleCnt="0"/>
      <dgm:spPr/>
    </dgm:pt>
    <dgm:pt modelId="{31764D63-9101-4415-9B22-ACD5E3D39437}" type="pres">
      <dgm:prSet presAssocID="{69D64F5C-1B53-408A-989F-3848C675540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F0CBAD7E-68D3-4049-A4BB-99FD33877F42}" type="pres">
      <dgm:prSet presAssocID="{69D64F5C-1B53-408A-989F-3848C675540E}" presName="descendantText" presStyleLbl="alignAcc1" presStyleIdx="2" presStyleCnt="5">
        <dgm:presLayoutVars>
          <dgm:bulletEnabled val="1"/>
        </dgm:presLayoutVars>
      </dgm:prSet>
      <dgm:spPr>
        <a:xfrm rot="5400000">
          <a:off x="1880018" y="1409926"/>
          <a:ext cx="868431" cy="2758000"/>
        </a:xfrm>
        <a:prstGeom prst="round2SameRect">
          <a:avLst/>
        </a:prstGeom>
      </dgm:spPr>
    </dgm:pt>
    <dgm:pt modelId="{1E6CDBCA-B497-45D7-8560-F613CEBB9360}" type="pres">
      <dgm:prSet presAssocID="{501DF7B3-6550-4680-91B3-FAA3EF730F0B}" presName="sp" presStyleCnt="0"/>
      <dgm:spPr/>
    </dgm:pt>
    <dgm:pt modelId="{B52A99E2-6277-4790-9844-861B9BC90AB0}" type="pres">
      <dgm:prSet presAssocID="{43E15B2E-4824-4A33-A5E2-60FB88E498CD}" presName="composite" presStyleCnt="0"/>
      <dgm:spPr/>
    </dgm:pt>
    <dgm:pt modelId="{804854F1-8D0C-4671-9642-305477FCC0EF}" type="pres">
      <dgm:prSet presAssocID="{43E15B2E-4824-4A33-A5E2-60FB88E498CD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5001A820-1367-4B37-A77F-178D7C1FD29E}" type="pres">
      <dgm:prSet presAssocID="{43E15B2E-4824-4A33-A5E2-60FB88E498CD}" presName="descendantText" presStyleLbl="alignAcc1" presStyleIdx="3" presStyleCnt="5">
        <dgm:presLayoutVars>
          <dgm:bulletEnabled val="1"/>
        </dgm:presLayoutVars>
      </dgm:prSet>
      <dgm:spPr>
        <a:xfrm rot="5400000">
          <a:off x="1873533" y="1723737"/>
          <a:ext cx="699804" cy="2939599"/>
        </a:xfrm>
        <a:prstGeom prst="round2SameRect">
          <a:avLst/>
        </a:prstGeom>
      </dgm:spPr>
    </dgm:pt>
    <dgm:pt modelId="{3DB892F2-F990-4BF2-A185-FEB486D66692}" type="pres">
      <dgm:prSet presAssocID="{10FFFF80-22EE-4DDE-AA2E-E997234039A1}" presName="sp" presStyleCnt="0"/>
      <dgm:spPr/>
    </dgm:pt>
    <dgm:pt modelId="{3C481C47-1FA8-489C-9D39-D4F818805EA0}" type="pres">
      <dgm:prSet presAssocID="{F7B16A0C-B850-4CC7-AFD8-11A4059CBF1B}" presName="composite" presStyleCnt="0"/>
      <dgm:spPr/>
    </dgm:pt>
    <dgm:pt modelId="{53E71D94-4252-4258-818C-ACF8F1C9C3EB}" type="pres">
      <dgm:prSet presAssocID="{F7B16A0C-B850-4CC7-AFD8-11A4059CBF1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665EF99A-8647-4915-92A3-760CA4535F5D}" type="pres">
      <dgm:prSet presAssocID="{F7B16A0C-B850-4CC7-AFD8-11A4059CBF1B}" presName="descendantText" presStyleLbl="alignAcc1" presStyleIdx="4" presStyleCnt="5" custScaleY="148346">
        <dgm:presLayoutVars>
          <dgm:bulletEnabled val="1"/>
        </dgm:presLayoutVars>
      </dgm:prSet>
      <dgm:spPr>
        <a:xfrm rot="5400000">
          <a:off x="1890763" y="2450250"/>
          <a:ext cx="1147788" cy="2457155"/>
        </a:xfrm>
        <a:prstGeom prst="round2SameRect">
          <a:avLst/>
        </a:prstGeom>
      </dgm:spPr>
    </dgm:pt>
  </dgm:ptLst>
  <dgm:cxnLst>
    <dgm:cxn modelId="{6179820B-A752-402A-AD2C-52310A9748D2}" type="presOf" srcId="{2D3C9F95-4160-4C84-BADE-76E231A6574A}" destId="{665EF99A-8647-4915-92A3-760CA4535F5D}" srcOrd="0" destOrd="1" presId="urn:microsoft.com/office/officeart/2005/8/layout/chevron2"/>
    <dgm:cxn modelId="{7F84A718-77A1-4DFF-9C0C-B1EE74B51641}" srcId="{8E6AAF94-33BD-4B08-9E6A-1584D847C66F}" destId="{78B73E83-7345-40DE-B835-738DBE462DEF}" srcOrd="0" destOrd="0" parTransId="{1CAEE950-AFCD-48FE-BA2A-A8990F15FE9F}" sibTransId="{DEFFFD4F-5B3A-44FE-A968-38724BABCC5E}"/>
    <dgm:cxn modelId="{F3EDAA19-857F-4651-ADFA-A4EFB9BF0564}" type="presOf" srcId="{69D64F5C-1B53-408A-989F-3848C675540E}" destId="{31764D63-9101-4415-9B22-ACD5E3D39437}" srcOrd="0" destOrd="0" presId="urn:microsoft.com/office/officeart/2005/8/layout/chevron2"/>
    <dgm:cxn modelId="{A395E31B-7581-41F1-BFD8-1260D04CEB03}" srcId="{F7B16A0C-B850-4CC7-AFD8-11A4059CBF1B}" destId="{22BE1DC7-6E3B-4967-AF7B-A3F0E74816A8}" srcOrd="0" destOrd="0" parTransId="{A028288F-AEE5-4292-9DEC-96F616FA502A}" sibTransId="{D502D834-D3FE-4F8A-AFD8-20C8D1A39D4D}"/>
    <dgm:cxn modelId="{D9B30A23-0DEB-4B79-A7B6-CAC92A1C99FD}" type="presOf" srcId="{DE4E7CA1-C201-42F0-B53B-F1BAE6790058}" destId="{665EF99A-8647-4915-92A3-760CA4535F5D}" srcOrd="0" destOrd="2" presId="urn:microsoft.com/office/officeart/2005/8/layout/chevron2"/>
    <dgm:cxn modelId="{FCDE0231-5311-4F93-A814-D3F5D2C9D8EB}" type="presOf" srcId="{8E6AAF94-33BD-4B08-9E6A-1584D847C66F}" destId="{A02ED518-9289-465A-AFE2-57153AA59B56}" srcOrd="0" destOrd="0" presId="urn:microsoft.com/office/officeart/2005/8/layout/chevron2"/>
    <dgm:cxn modelId="{5FC19532-F9D8-439E-9EFE-7102F3D9ACFD}" type="presOf" srcId="{F7B16A0C-B850-4CC7-AFD8-11A4059CBF1B}" destId="{53E71D94-4252-4258-818C-ACF8F1C9C3EB}" srcOrd="0" destOrd="0" presId="urn:microsoft.com/office/officeart/2005/8/layout/chevron2"/>
    <dgm:cxn modelId="{13695D33-588F-4ED7-A837-765A97432754}" type="presOf" srcId="{43E15B2E-4824-4A33-A5E2-60FB88E498CD}" destId="{804854F1-8D0C-4671-9642-305477FCC0EF}" srcOrd="0" destOrd="0" presId="urn:microsoft.com/office/officeart/2005/8/layout/chevron2"/>
    <dgm:cxn modelId="{ACD96B4D-848E-452E-B1F8-7BCBABBD48E9}" srcId="{8E6AAF94-33BD-4B08-9E6A-1584D847C66F}" destId="{43E15B2E-4824-4A33-A5E2-60FB88E498CD}" srcOrd="3" destOrd="0" parTransId="{5F9C48AC-EE91-421F-B797-629C3BDE1CF4}" sibTransId="{10FFFF80-22EE-4DDE-AA2E-E997234039A1}"/>
    <dgm:cxn modelId="{D039B74F-6CDA-4170-9692-49D7B06E6BC2}" srcId="{78B73E83-7345-40DE-B835-738DBE462DEF}" destId="{A4EE6CA8-EC2F-4B51-BAAE-7A307E125E87}" srcOrd="0" destOrd="0" parTransId="{71DA4629-6C70-4440-A797-B6BEADCF45F6}" sibTransId="{EB13B817-0BDF-423A-9C9C-9D32DAEEE2E3}"/>
    <dgm:cxn modelId="{BF58B178-85A1-4236-93EF-F0842BBC5749}" srcId="{F7B16A0C-B850-4CC7-AFD8-11A4059CBF1B}" destId="{2D3C9F95-4160-4C84-BADE-76E231A6574A}" srcOrd="1" destOrd="0" parTransId="{37092CC1-17D5-47A0-B59C-48318B0E7E33}" sibTransId="{4D6CEBFB-BD04-412C-9659-089C6F14FC5A}"/>
    <dgm:cxn modelId="{4570A47D-DE16-48EC-BC4A-8ADFEFF177C9}" type="presOf" srcId="{3595AF7E-6A25-445D-9267-BAEF02D0BFA5}" destId="{C23F4827-5A7E-4D68-A2D3-BE1B1F443579}" srcOrd="0" destOrd="0" presId="urn:microsoft.com/office/officeart/2005/8/layout/chevron2"/>
    <dgm:cxn modelId="{81A20E89-0E4B-449C-B8E5-48AACBD44590}" type="presOf" srcId="{686E15F9-0E33-4251-9D78-D0923E5C472E}" destId="{C23F4827-5A7E-4D68-A2D3-BE1B1F443579}" srcOrd="0" destOrd="1" presId="urn:microsoft.com/office/officeart/2005/8/layout/chevron2"/>
    <dgm:cxn modelId="{07DDE78A-8921-4807-B325-B7CC8CE0B1BD}" type="presOf" srcId="{CE862AE3-BA56-4DC3-B213-8BA1B5FDF8C8}" destId="{5001A820-1367-4B37-A77F-178D7C1FD29E}" srcOrd="0" destOrd="1" presId="urn:microsoft.com/office/officeart/2005/8/layout/chevron2"/>
    <dgm:cxn modelId="{A3DD848B-0799-4A7E-86E2-EA4B01163ACF}" srcId="{8E6AAF94-33BD-4B08-9E6A-1584D847C66F}" destId="{69D64F5C-1B53-408A-989F-3848C675540E}" srcOrd="2" destOrd="0" parTransId="{194A8AB0-E384-4C83-80A8-C54DC3110A10}" sibTransId="{501DF7B3-6550-4680-91B3-FAA3EF730F0B}"/>
    <dgm:cxn modelId="{47C75B8C-08B7-4BBB-A400-4DB67927E4D9}" srcId="{F7B16A0C-B850-4CC7-AFD8-11A4059CBF1B}" destId="{DE4E7CA1-C201-42F0-B53B-F1BAE6790058}" srcOrd="2" destOrd="0" parTransId="{7D57C534-C01C-412D-B1B1-FD81C8961563}" sibTransId="{B47C1B98-3B1C-43DC-8F96-0C8C7952E138}"/>
    <dgm:cxn modelId="{9CE5238D-065D-4DC8-902B-537DD1B68A43}" type="presOf" srcId="{A4EE6CA8-EC2F-4B51-BAAE-7A307E125E87}" destId="{E2140CC1-4DE0-4C6C-993B-26C89BEA89D5}" srcOrd="0" destOrd="0" presId="urn:microsoft.com/office/officeart/2005/8/layout/chevron2"/>
    <dgm:cxn modelId="{D81A219E-9414-4199-8DC7-1B3BFB49C7B4}" type="presOf" srcId="{73F03463-D29D-4967-8627-AB30028565C0}" destId="{5001A820-1367-4B37-A77F-178D7C1FD29E}" srcOrd="0" destOrd="0" presId="urn:microsoft.com/office/officeart/2005/8/layout/chevron2"/>
    <dgm:cxn modelId="{36F0EC9E-DD82-40A1-BEB5-7016DDA90CD1}" type="presOf" srcId="{78B73E83-7345-40DE-B835-738DBE462DEF}" destId="{5DDA5A45-4B1B-4D33-8EC7-AAA94FA43443}" srcOrd="0" destOrd="0" presId="urn:microsoft.com/office/officeart/2005/8/layout/chevron2"/>
    <dgm:cxn modelId="{5547FFA1-A2DD-49A4-A608-EDB0A0D5F28B}" srcId="{36F88FDA-3993-4CB6-96DC-75052802B144}" destId="{3595AF7E-6A25-445D-9267-BAEF02D0BFA5}" srcOrd="0" destOrd="0" parTransId="{9942E6AE-9A7F-4719-AD09-B2EDC9CF3525}" sibTransId="{22C5C487-BBD5-464B-AB4B-1B5B4F93B2CF}"/>
    <dgm:cxn modelId="{302D28B9-6958-4635-923C-FF8592DDE07C}" srcId="{8E6AAF94-33BD-4B08-9E6A-1584D847C66F}" destId="{36F88FDA-3993-4CB6-96DC-75052802B144}" srcOrd="1" destOrd="0" parTransId="{1EF9B1DE-176C-4E8F-BB1A-98AF9EB07023}" sibTransId="{B43769D3-4146-4D5E-B899-40F2495C3D40}"/>
    <dgm:cxn modelId="{8046BFB9-C379-4FFD-B7E0-0FF864380AD2}" type="presOf" srcId="{22BE1DC7-6E3B-4967-AF7B-A3F0E74816A8}" destId="{665EF99A-8647-4915-92A3-760CA4535F5D}" srcOrd="0" destOrd="0" presId="urn:microsoft.com/office/officeart/2005/8/layout/chevron2"/>
    <dgm:cxn modelId="{A2A416BD-C9B4-4B12-A099-C6A48657A3C0}" type="presOf" srcId="{925EC967-068D-437E-B31F-413872FE71E0}" destId="{E2140CC1-4DE0-4C6C-993B-26C89BEA89D5}" srcOrd="0" destOrd="2" presId="urn:microsoft.com/office/officeart/2005/8/layout/chevron2"/>
    <dgm:cxn modelId="{416A33BD-0ED1-475C-B07B-0753F0DDC4EA}" srcId="{78B73E83-7345-40DE-B835-738DBE462DEF}" destId="{925EC967-068D-437E-B31F-413872FE71E0}" srcOrd="2" destOrd="0" parTransId="{7A2EDEB8-DC38-4A29-B8E8-5BE49E92C850}" sibTransId="{F69099FA-5398-4B76-9808-84CB448B2EAB}"/>
    <dgm:cxn modelId="{B93DF0BF-47EA-471C-972B-C6C14FC86EE5}" srcId="{8E6AAF94-33BD-4B08-9E6A-1584D847C66F}" destId="{F7B16A0C-B850-4CC7-AFD8-11A4059CBF1B}" srcOrd="4" destOrd="0" parTransId="{51E4D137-D15E-4E2A-9410-549F23881914}" sibTransId="{6AEE466B-5087-433B-9567-46AA471D834F}"/>
    <dgm:cxn modelId="{C2BF95C1-0A2B-4747-8822-E8BFC4FA6DEA}" type="presOf" srcId="{36F88FDA-3993-4CB6-96DC-75052802B144}" destId="{9210392A-C129-4F1C-B836-572CE19EFFDA}" srcOrd="0" destOrd="0" presId="urn:microsoft.com/office/officeart/2005/8/layout/chevron2"/>
    <dgm:cxn modelId="{45CBC0C6-FAF8-423A-8823-4E441AF20F5D}" srcId="{69D64F5C-1B53-408A-989F-3848C675540E}" destId="{640A14DD-BD05-44C5-BEF2-CF907657EE9E}" srcOrd="0" destOrd="0" parTransId="{8910C2B8-7504-440E-A8D4-BD2C5A3BB755}" sibTransId="{F0A92515-D165-48D1-9DC7-30E849657616}"/>
    <dgm:cxn modelId="{60B837CB-7C78-4376-A093-1268BE6519DD}" type="presOf" srcId="{C9F9E113-FE8E-4EC3-AA8F-F7407989EDDB}" destId="{E2140CC1-4DE0-4C6C-993B-26C89BEA89D5}" srcOrd="0" destOrd="1" presId="urn:microsoft.com/office/officeart/2005/8/layout/chevron2"/>
    <dgm:cxn modelId="{DCFD21CD-3C2B-49BD-B17C-A6CB950BD177}" srcId="{36F88FDA-3993-4CB6-96DC-75052802B144}" destId="{686E15F9-0E33-4251-9D78-D0923E5C472E}" srcOrd="1" destOrd="0" parTransId="{82409B20-2EEB-4905-9F97-5305B1109C5B}" sibTransId="{0A0D0EE2-BEE0-4F69-988A-98D990318EB1}"/>
    <dgm:cxn modelId="{63CA06EB-3441-4A0D-98C7-BCB382E07051}" type="presOf" srcId="{640A14DD-BD05-44C5-BEF2-CF907657EE9E}" destId="{F0CBAD7E-68D3-4049-A4BB-99FD33877F42}" srcOrd="0" destOrd="0" presId="urn:microsoft.com/office/officeart/2005/8/layout/chevron2"/>
    <dgm:cxn modelId="{AB8BB9EF-41B5-4C8A-B8B0-DE9C5895DB76}" srcId="{43E15B2E-4824-4A33-A5E2-60FB88E498CD}" destId="{CE862AE3-BA56-4DC3-B213-8BA1B5FDF8C8}" srcOrd="1" destOrd="0" parTransId="{1A429C1C-5184-4943-B8B1-D3F0C6F6FDBE}" sibTransId="{FB619140-E9BF-468C-9377-47C7B922AD00}"/>
    <dgm:cxn modelId="{EE86F0F2-3D1E-4B69-9948-21AE945417AE}" srcId="{43E15B2E-4824-4A33-A5E2-60FB88E498CD}" destId="{73F03463-D29D-4967-8627-AB30028565C0}" srcOrd="0" destOrd="0" parTransId="{F3F07D5B-E009-4E44-8442-8401FB8A8F83}" sibTransId="{85A23800-61D3-4039-8651-407D9A0C23CD}"/>
    <dgm:cxn modelId="{FD0A67F5-430C-4D0E-9EB5-3DDC66ADF57B}" srcId="{78B73E83-7345-40DE-B835-738DBE462DEF}" destId="{C9F9E113-FE8E-4EC3-AA8F-F7407989EDDB}" srcOrd="1" destOrd="0" parTransId="{7D0FF80F-23DD-46A3-A609-EE6361E5BBDB}" sibTransId="{35C84E8A-8CDD-4EDB-9752-ED5960A9E240}"/>
    <dgm:cxn modelId="{7D93A432-C099-4B0F-A4CC-9728D5762B5E}" type="presParOf" srcId="{A02ED518-9289-465A-AFE2-57153AA59B56}" destId="{2D38AA77-52EC-4255-981C-94417AA7D989}" srcOrd="0" destOrd="0" presId="urn:microsoft.com/office/officeart/2005/8/layout/chevron2"/>
    <dgm:cxn modelId="{855C982D-CDD9-4522-BA94-EA6755909479}" type="presParOf" srcId="{2D38AA77-52EC-4255-981C-94417AA7D989}" destId="{5DDA5A45-4B1B-4D33-8EC7-AAA94FA43443}" srcOrd="0" destOrd="0" presId="urn:microsoft.com/office/officeart/2005/8/layout/chevron2"/>
    <dgm:cxn modelId="{AF56CFFF-D9FD-488D-8B15-78636AF76F09}" type="presParOf" srcId="{2D38AA77-52EC-4255-981C-94417AA7D989}" destId="{E2140CC1-4DE0-4C6C-993B-26C89BEA89D5}" srcOrd="1" destOrd="0" presId="urn:microsoft.com/office/officeart/2005/8/layout/chevron2"/>
    <dgm:cxn modelId="{4C3B5612-F92C-4C09-AA0D-F16126B3039A}" type="presParOf" srcId="{A02ED518-9289-465A-AFE2-57153AA59B56}" destId="{EF9DAD7F-3E1B-4079-A9DB-9A6135774EA3}" srcOrd="1" destOrd="0" presId="urn:microsoft.com/office/officeart/2005/8/layout/chevron2"/>
    <dgm:cxn modelId="{5BFBBCE6-27E8-4AC7-B123-7E4C53449CB3}" type="presParOf" srcId="{A02ED518-9289-465A-AFE2-57153AA59B56}" destId="{B592B5C7-9976-40E5-995C-0EDDC614667D}" srcOrd="2" destOrd="0" presId="urn:microsoft.com/office/officeart/2005/8/layout/chevron2"/>
    <dgm:cxn modelId="{AA9ECB96-0C57-4786-A03E-EA3E46736836}" type="presParOf" srcId="{B592B5C7-9976-40E5-995C-0EDDC614667D}" destId="{9210392A-C129-4F1C-B836-572CE19EFFDA}" srcOrd="0" destOrd="0" presId="urn:microsoft.com/office/officeart/2005/8/layout/chevron2"/>
    <dgm:cxn modelId="{EBCE61F2-2E68-44FB-A3EB-5C4D3CE2BCF1}" type="presParOf" srcId="{B592B5C7-9976-40E5-995C-0EDDC614667D}" destId="{C23F4827-5A7E-4D68-A2D3-BE1B1F443579}" srcOrd="1" destOrd="0" presId="urn:microsoft.com/office/officeart/2005/8/layout/chevron2"/>
    <dgm:cxn modelId="{C86A53DF-88E0-4DE6-9CD7-E2D7E5922B06}" type="presParOf" srcId="{A02ED518-9289-465A-AFE2-57153AA59B56}" destId="{5DB7DEFF-C933-434C-A3DF-13A72B52FCC7}" srcOrd="3" destOrd="0" presId="urn:microsoft.com/office/officeart/2005/8/layout/chevron2"/>
    <dgm:cxn modelId="{29A3D3E7-3790-42E3-A80A-4F65AEE71991}" type="presParOf" srcId="{A02ED518-9289-465A-AFE2-57153AA59B56}" destId="{6211C8C8-BBA0-4994-B1A6-52E7D9C529BE}" srcOrd="4" destOrd="0" presId="urn:microsoft.com/office/officeart/2005/8/layout/chevron2"/>
    <dgm:cxn modelId="{4F38C975-2D9A-4750-B7A5-37E2E2259B01}" type="presParOf" srcId="{6211C8C8-BBA0-4994-B1A6-52E7D9C529BE}" destId="{31764D63-9101-4415-9B22-ACD5E3D39437}" srcOrd="0" destOrd="0" presId="urn:microsoft.com/office/officeart/2005/8/layout/chevron2"/>
    <dgm:cxn modelId="{FB1975C0-01AE-4362-B442-F5086007F137}" type="presParOf" srcId="{6211C8C8-BBA0-4994-B1A6-52E7D9C529BE}" destId="{F0CBAD7E-68D3-4049-A4BB-99FD33877F42}" srcOrd="1" destOrd="0" presId="urn:microsoft.com/office/officeart/2005/8/layout/chevron2"/>
    <dgm:cxn modelId="{232A25B6-674A-4135-ACB6-627F64CEC6CD}" type="presParOf" srcId="{A02ED518-9289-465A-AFE2-57153AA59B56}" destId="{1E6CDBCA-B497-45D7-8560-F613CEBB9360}" srcOrd="5" destOrd="0" presId="urn:microsoft.com/office/officeart/2005/8/layout/chevron2"/>
    <dgm:cxn modelId="{293E39E2-100E-4071-B8D5-129476B445C0}" type="presParOf" srcId="{A02ED518-9289-465A-AFE2-57153AA59B56}" destId="{B52A99E2-6277-4790-9844-861B9BC90AB0}" srcOrd="6" destOrd="0" presId="urn:microsoft.com/office/officeart/2005/8/layout/chevron2"/>
    <dgm:cxn modelId="{674E0526-00AB-452C-9E2E-ACF4BF9AEB4B}" type="presParOf" srcId="{B52A99E2-6277-4790-9844-861B9BC90AB0}" destId="{804854F1-8D0C-4671-9642-305477FCC0EF}" srcOrd="0" destOrd="0" presId="urn:microsoft.com/office/officeart/2005/8/layout/chevron2"/>
    <dgm:cxn modelId="{5E87EC82-DD9E-4B64-B3B1-9794A1D048D5}" type="presParOf" srcId="{B52A99E2-6277-4790-9844-861B9BC90AB0}" destId="{5001A820-1367-4B37-A77F-178D7C1FD29E}" srcOrd="1" destOrd="0" presId="urn:microsoft.com/office/officeart/2005/8/layout/chevron2"/>
    <dgm:cxn modelId="{A5F955B4-0E84-4CF4-94E6-6ED7FC8CD9E4}" type="presParOf" srcId="{A02ED518-9289-465A-AFE2-57153AA59B56}" destId="{3DB892F2-F990-4BF2-A185-FEB486D66692}" srcOrd="7" destOrd="0" presId="urn:microsoft.com/office/officeart/2005/8/layout/chevron2"/>
    <dgm:cxn modelId="{92FCB95C-547C-416F-ABE3-606752C97BBB}" type="presParOf" srcId="{A02ED518-9289-465A-AFE2-57153AA59B56}" destId="{3C481C47-1FA8-489C-9D39-D4F818805EA0}" srcOrd="8" destOrd="0" presId="urn:microsoft.com/office/officeart/2005/8/layout/chevron2"/>
    <dgm:cxn modelId="{03125312-D82C-4B92-966F-01AEED045EF8}" type="presParOf" srcId="{3C481C47-1FA8-489C-9D39-D4F818805EA0}" destId="{53E71D94-4252-4258-818C-ACF8F1C9C3EB}" srcOrd="0" destOrd="0" presId="urn:microsoft.com/office/officeart/2005/8/layout/chevron2"/>
    <dgm:cxn modelId="{F42F2FFB-A30E-4CE1-A10A-45DEC9EB30A5}" type="presParOf" srcId="{3C481C47-1FA8-489C-9D39-D4F818805EA0}" destId="{665EF99A-8647-4915-92A3-760CA4535F5D}" srcOrd="1" destOrd="0" presId="urn:microsoft.com/office/officeart/2005/8/layout/chevron2"/>
  </dgm:cxnLst>
  <dgm:bg>
    <a:solidFill>
      <a:srgbClr val="E2E8E4"/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32AA29-0950-4CCA-8987-F1A343601530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00F0B2-316E-4616-A13C-741FB710C0DA}">
      <dgm:prSet phldrT="[Texte]"/>
      <dgm:spPr>
        <a:solidFill>
          <a:srgbClr val="E2E8E4"/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 actuel</a:t>
          </a:r>
        </a:p>
      </dgm:t>
    </dgm:pt>
    <dgm:pt modelId="{A19CDA3F-125A-465D-942B-3EAB1DEC3580}" type="parTrans" cxnId="{D467A6F2-D6CA-4C7E-AF76-BF6DACFB2433}">
      <dgm:prSet/>
      <dgm:spPr/>
      <dgm:t>
        <a:bodyPr/>
        <a:lstStyle/>
        <a:p>
          <a:endParaRPr lang="fr-FR"/>
        </a:p>
      </dgm:t>
    </dgm:pt>
    <dgm:pt modelId="{141EBCBE-2345-4B39-9EB5-DD6B85C26597}" type="sibTrans" cxnId="{D467A6F2-D6CA-4C7E-AF76-BF6DACFB2433}">
      <dgm:prSet/>
      <dgm:spPr/>
      <dgm:t>
        <a:bodyPr/>
        <a:lstStyle/>
        <a:p>
          <a:endParaRPr lang="fr-FR"/>
        </a:p>
      </dgm:t>
    </dgm:pt>
    <dgm:pt modelId="{AD3AF602-CF51-4E97-BB51-451C0A48E301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0CA33017-4F1E-4D9C-95DE-992A70BB9F61}" type="parTrans" cxnId="{7874B009-A179-47D5-809D-97913464406C}">
      <dgm:prSet/>
      <dgm:spPr/>
      <dgm:t>
        <a:bodyPr/>
        <a:lstStyle/>
        <a:p>
          <a:endParaRPr lang="fr-FR"/>
        </a:p>
      </dgm:t>
    </dgm:pt>
    <dgm:pt modelId="{D98171EA-6553-4623-B5F9-8974DDFD53FF}" type="sibTrans" cxnId="{7874B009-A179-47D5-809D-97913464406C}">
      <dgm:prSet/>
      <dgm:spPr/>
      <dgm:t>
        <a:bodyPr/>
        <a:lstStyle/>
        <a:p>
          <a:endParaRPr lang="fr-FR"/>
        </a:p>
      </dgm:t>
    </dgm:pt>
    <dgm:pt modelId="{0782E36D-FEEE-437E-9E43-7DCF84C5F054}">
      <dgm:prSet phldrT="[Texte]" custT="1"/>
      <dgm:spPr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28575" tIns="19050" rIns="28575" bIns="190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Protocole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Dean Stark</a:t>
          </a:r>
        </a:p>
      </dgm:t>
    </dgm:pt>
    <dgm:pt modelId="{8A5A4969-2579-4EBC-9D6A-27BBD136EE88}" type="parTrans" cxnId="{695FCC16-8DBF-4F5C-9812-08F74FF9DD4B}">
      <dgm:prSet/>
      <dgm:spPr/>
      <dgm:t>
        <a:bodyPr/>
        <a:lstStyle/>
        <a:p>
          <a:endParaRPr lang="fr-FR"/>
        </a:p>
      </dgm:t>
    </dgm:pt>
    <dgm:pt modelId="{EDD7E4C6-84FC-4CB8-BE2C-E92289550B16}" type="sibTrans" cxnId="{695FCC16-8DBF-4F5C-9812-08F74FF9DD4B}">
      <dgm:prSet/>
      <dgm:spPr/>
      <dgm:t>
        <a:bodyPr/>
        <a:lstStyle/>
        <a:p>
          <a:endParaRPr lang="fr-FR"/>
        </a:p>
      </dgm:t>
    </dgm:pt>
    <dgm:pt modelId="{95C11F6C-64FC-4B2D-A51E-44EAB2F5FCDD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EAA4AD08-0586-49D2-A7EA-A00C8C0B9AEE}" type="parTrans" cxnId="{96518652-A9DB-4DAE-ABC2-655623404E21}">
      <dgm:prSet/>
      <dgm:spPr/>
      <dgm:t>
        <a:bodyPr/>
        <a:lstStyle/>
        <a:p>
          <a:endParaRPr lang="fr-FR"/>
        </a:p>
      </dgm:t>
    </dgm:pt>
    <dgm:pt modelId="{EA52E8E8-1D8F-4D8A-B8FB-3194D614E86F}" type="sibTrans" cxnId="{96518652-A9DB-4DAE-ABC2-655623404E21}">
      <dgm:prSet/>
      <dgm:spPr/>
      <dgm:t>
        <a:bodyPr/>
        <a:lstStyle/>
        <a:p>
          <a:endParaRPr lang="fr-FR"/>
        </a:p>
      </dgm:t>
    </dgm:pt>
    <dgm:pt modelId="{C7C95317-4973-48E6-B040-1D6984486778}">
      <dgm:prSet phldrT="[Texte]"/>
      <dgm:spPr/>
      <dgm:t>
        <a:bodyPr/>
        <a:lstStyle/>
        <a:p>
          <a:r>
            <a:rPr lang="fr-FR" dirty="0"/>
            <a:t>IR</a:t>
          </a:r>
        </a:p>
      </dgm:t>
    </dgm:pt>
    <dgm:pt modelId="{13DDF741-0128-44B1-B9D9-3F619BA625CA}" type="parTrans" cxnId="{3C11FCBA-776D-48F8-AEA7-B2A578ABB113}">
      <dgm:prSet/>
      <dgm:spPr/>
      <dgm:t>
        <a:bodyPr/>
        <a:lstStyle/>
        <a:p>
          <a:endParaRPr lang="fr-FR"/>
        </a:p>
      </dgm:t>
    </dgm:pt>
    <dgm:pt modelId="{27C8678C-FBFC-45E5-84F5-3E373B1B6042}" type="sibTrans" cxnId="{3C11FCBA-776D-48F8-AEA7-B2A578ABB113}">
      <dgm:prSet/>
      <dgm:spPr/>
      <dgm:t>
        <a:bodyPr/>
        <a:lstStyle/>
        <a:p>
          <a:endParaRPr lang="fr-FR"/>
        </a:p>
      </dgm:t>
    </dgm:pt>
    <dgm:pt modelId="{0D6C62E4-5CD0-4031-9B98-E2EA76B69F82}">
      <dgm:prSet phldrT="[Texte]"/>
      <dgm:spPr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28575" tIns="19050" rIns="28575" bIns="19050" numCol="1" spcCol="1270" anchor="ctr" anchorCtr="0"/>
        <a:lstStyle/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</a:t>
          </a:r>
        </a:p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Chlorure d’</a:t>
          </a:r>
          <a:r>
            <a:rPr lang="fr-FR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alcanolye</a:t>
          </a:r>
          <a:endParaRPr lang="fr-FR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F1726E-EC83-4CF1-AE56-1A07C18D9C39}" type="parTrans" cxnId="{AAA2B245-AE0E-4F12-AFA1-A37E93AC694F}">
      <dgm:prSet/>
      <dgm:spPr/>
      <dgm:t>
        <a:bodyPr/>
        <a:lstStyle/>
        <a:p>
          <a:endParaRPr lang="fr-FR"/>
        </a:p>
      </dgm:t>
    </dgm:pt>
    <dgm:pt modelId="{64F5C387-F30B-4E80-BFCC-963CB12E9DF5}" type="sibTrans" cxnId="{AAA2B245-AE0E-4F12-AFA1-A37E93AC694F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798048CF-F349-40C4-B0CA-71932A342E2E}">
          <dgm:prSet phldrT="[Texte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bSup>
                  </m:oMath>
                </m:oMathPara>
              </a14:m>
              <a:endParaRPr lang="fr-FR" dirty="0"/>
            </a:p>
          </dgm:t>
        </dgm:pt>
      </mc:Choice>
      <mc:Fallback xmlns="">
        <dgm:pt modelId="{798048CF-F349-40C4-B0CA-71932A342E2E}">
          <dgm:prSet phldrT="[Texte]"/>
          <dgm:spPr/>
          <dgm:t>
            <a:bodyPr/>
            <a:lstStyle/>
            <a:p>
              <a:r>
                <a:rPr lang="fr-FR" b="0" i="0">
                  <a:latin typeface="Cambria Math" panose="02040503050406030204" pitchFamily="18" charset="0"/>
                </a:rPr>
                <a:t>𝑛_𝐷^20</a:t>
              </a:r>
              <a:endParaRPr lang="fr-FR" dirty="0"/>
            </a:p>
          </dgm:t>
        </dgm:pt>
      </mc:Fallback>
    </mc:AlternateContent>
    <dgm:pt modelId="{34B55500-5417-44C5-82E2-BDC22153E3C3}" type="parTrans" cxnId="{FDE1F6C0-6CBC-4FA0-9C94-208258E831E5}">
      <dgm:prSet/>
      <dgm:spPr/>
      <dgm:t>
        <a:bodyPr/>
        <a:lstStyle/>
        <a:p>
          <a:endParaRPr lang="fr-FR"/>
        </a:p>
      </dgm:t>
    </dgm:pt>
    <dgm:pt modelId="{91979EB8-6F75-42BF-81D9-C6A7303C363A}" type="sibTrans" cxnId="{FDE1F6C0-6CBC-4FA0-9C94-208258E831E5}">
      <dgm:prSet/>
      <dgm:spPr/>
      <dgm:t>
        <a:bodyPr/>
        <a:lstStyle/>
        <a:p>
          <a:endParaRPr lang="fr-FR"/>
        </a:p>
      </dgm:t>
    </dgm:pt>
    <dgm:pt modelId="{21BB4213-FBB4-4373-9F42-AA984D814F74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A4C79B3B-1944-40B3-B9ED-EED57FCD16AF}" type="parTrans" cxnId="{04BA1BD0-D3DC-442D-B47B-9DAD4974C904}">
      <dgm:prSet/>
      <dgm:spPr/>
      <dgm:t>
        <a:bodyPr/>
        <a:lstStyle/>
        <a:p>
          <a:endParaRPr lang="fr-FR"/>
        </a:p>
      </dgm:t>
    </dgm:pt>
    <dgm:pt modelId="{443F4F7C-F1D9-4CB2-A568-588954EDA9AB}" type="sibTrans" cxnId="{04BA1BD0-D3DC-442D-B47B-9DAD4974C904}">
      <dgm:prSet/>
      <dgm:spPr/>
      <dgm:t>
        <a:bodyPr/>
        <a:lstStyle/>
        <a:p>
          <a:endParaRPr lang="fr-FR"/>
        </a:p>
      </dgm:t>
    </dgm:pt>
    <dgm:pt modelId="{45A79EF5-DA1D-4D35-A570-0056F67E8546}">
      <dgm:prSet phldrT="[Texte]"/>
      <dgm:spPr/>
      <dgm:t>
        <a:bodyPr/>
        <a:lstStyle/>
        <a:p>
          <a:r>
            <a:rPr lang="fr-FR" dirty="0"/>
            <a:t>IR</a:t>
          </a:r>
        </a:p>
      </dgm:t>
    </dgm:pt>
    <dgm:pt modelId="{8FDE8426-9296-4EAC-AF9E-968333A5EE70}" type="parTrans" cxnId="{BFE1EA6A-0ABA-473C-A09A-8ECB184E2AA1}">
      <dgm:prSet/>
      <dgm:spPr/>
      <dgm:t>
        <a:bodyPr/>
        <a:lstStyle/>
        <a:p>
          <a:endParaRPr lang="fr-FR"/>
        </a:p>
      </dgm:t>
    </dgm:pt>
    <dgm:pt modelId="{06D3B9A0-FE96-4A64-A41B-88CAA3DA2F45}" type="sibTrans" cxnId="{BFE1EA6A-0ABA-473C-A09A-8ECB184E2AA1}">
      <dgm:prSet/>
      <dgm:spPr/>
      <dgm:t>
        <a:bodyPr/>
        <a:lstStyle/>
        <a:p>
          <a:endParaRPr lang="fr-FR"/>
        </a:p>
      </dgm:t>
    </dgm:pt>
    <dgm:pt modelId="{3B87AAF5-5546-43AB-A973-25F12CA4BA8A}">
      <dgm:prSet/>
      <dgm:spPr/>
      <dgm:t>
        <a:bodyPr/>
        <a:lstStyle/>
        <a:p>
          <a:r>
            <a:rPr lang="fr-FR" dirty="0"/>
            <a:t>IR</a:t>
          </a:r>
        </a:p>
      </dgm:t>
    </dgm:pt>
    <dgm:pt modelId="{37E85AD6-BD10-47F2-A2AD-F2627482F3F8}" type="parTrans" cxnId="{4101D3E2-36C9-4D17-942D-DF683024CB94}">
      <dgm:prSet/>
      <dgm:spPr/>
      <dgm:t>
        <a:bodyPr/>
        <a:lstStyle/>
        <a:p>
          <a:endParaRPr lang="fr-FR"/>
        </a:p>
      </dgm:t>
    </dgm:pt>
    <dgm:pt modelId="{EA3EEE76-0402-4ABD-8E47-0D6D9FBC9024}" type="sibTrans" cxnId="{4101D3E2-36C9-4D17-942D-DF683024CB94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CE968CEE-8EE0-4A7A-AADB-47B1C75CDC7C}">
          <dgm:prSet phldrT="[Texte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bSup>
                  </m:oMath>
                </m:oMathPara>
              </a14:m>
              <a:endParaRPr lang="fr-FR" dirty="0"/>
            </a:p>
          </dgm:t>
        </dgm:pt>
      </mc:Choice>
      <mc:Fallback xmlns="">
        <dgm:pt modelId="{CE968CEE-8EE0-4A7A-AADB-47B1C75CDC7C}">
          <dgm:prSet phldrT="[Texte]"/>
          <dgm:spPr/>
          <dgm:t>
            <a:bodyPr/>
            <a:lstStyle/>
            <a:p>
              <a:r>
                <a:rPr lang="fr-FR" b="0" i="0">
                  <a:latin typeface="Cambria Math" panose="02040503050406030204" pitchFamily="18" charset="0"/>
                </a:rPr>
                <a:t>𝑛_𝐷^20</a:t>
              </a:r>
              <a:endParaRPr lang="fr-FR" dirty="0"/>
            </a:p>
          </dgm:t>
        </dgm:pt>
      </mc:Fallback>
    </mc:AlternateContent>
    <dgm:pt modelId="{A608F012-2E31-4487-8EBA-0E030D9FE5AA}" type="parTrans" cxnId="{FF2A9829-01DC-4EB2-B6AD-9DEB82111742}">
      <dgm:prSet/>
      <dgm:spPr/>
      <dgm:t>
        <a:bodyPr/>
        <a:lstStyle/>
        <a:p>
          <a:endParaRPr lang="fr-FR"/>
        </a:p>
      </dgm:t>
    </dgm:pt>
    <dgm:pt modelId="{EDE5D659-9B00-46D8-B89E-39128BEDA2FD}" type="sibTrans" cxnId="{FF2A9829-01DC-4EB2-B6AD-9DEB82111742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9D41EBE0-7007-464D-82D5-0A9A9B23FE38}">
          <dgm:prSet phldrT="[Texte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bSup>
                  </m:oMath>
                </m:oMathPara>
              </a14:m>
              <a:endParaRPr lang="fr-FR" dirty="0"/>
            </a:p>
          </dgm:t>
        </dgm:pt>
      </mc:Choice>
      <mc:Fallback xmlns="">
        <dgm:pt modelId="{9D41EBE0-7007-464D-82D5-0A9A9B23FE38}">
          <dgm:prSet phldrT="[Texte]"/>
          <dgm:spPr/>
          <dgm:t>
            <a:bodyPr/>
            <a:lstStyle/>
            <a:p>
              <a:r>
                <a:rPr lang="fr-FR" b="0" i="0">
                  <a:latin typeface="Cambria Math" panose="02040503050406030204" pitchFamily="18" charset="0"/>
                </a:rPr>
                <a:t>𝑛_𝐷^20</a:t>
              </a:r>
              <a:endParaRPr lang="fr-FR" dirty="0"/>
            </a:p>
          </dgm:t>
        </dgm:pt>
      </mc:Fallback>
    </mc:AlternateContent>
    <dgm:pt modelId="{344342E9-BACB-48E3-A0A8-6C0B3AE4151B}" type="parTrans" cxnId="{BF129CA7-5AB9-463E-86A6-FE5B5EE284B8}">
      <dgm:prSet/>
      <dgm:spPr/>
      <dgm:t>
        <a:bodyPr/>
        <a:lstStyle/>
        <a:p>
          <a:endParaRPr lang="fr-FR"/>
        </a:p>
      </dgm:t>
    </dgm:pt>
    <dgm:pt modelId="{E76E6D71-6D32-4B33-B9A1-8A00CBBA86AE}" type="sibTrans" cxnId="{BF129CA7-5AB9-463E-86A6-FE5B5EE284B8}">
      <dgm:prSet/>
      <dgm:spPr/>
      <dgm:t>
        <a:bodyPr/>
        <a:lstStyle/>
        <a:p>
          <a:endParaRPr lang="fr-FR"/>
        </a:p>
      </dgm:t>
    </dgm:pt>
    <dgm:pt modelId="{7848238C-D48D-4A84-BCB9-860E36E17FFD}" type="pres">
      <dgm:prSet presAssocID="{D932AA29-0950-4CCA-8987-F1A34360153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EA31DA-9CEB-410F-9644-1A9DCBD869C3}" type="pres">
      <dgm:prSet presAssocID="{0200F0B2-316E-4616-A13C-741FB710C0DA}" presName="root" presStyleCnt="0"/>
      <dgm:spPr/>
    </dgm:pt>
    <dgm:pt modelId="{B27FCA5C-C275-4954-8C92-81043E493895}" type="pres">
      <dgm:prSet presAssocID="{0200F0B2-316E-4616-A13C-741FB710C0DA}" presName="rootComposite" presStyleCnt="0"/>
      <dgm:spPr/>
    </dgm:pt>
    <dgm:pt modelId="{F81DF387-DAFE-4D7F-A9DD-CF2276A617C3}" type="pres">
      <dgm:prSet presAssocID="{0200F0B2-316E-4616-A13C-741FB710C0DA}" presName="rootText" presStyleLbl="node1" presStyleIdx="0" presStyleCnt="3"/>
      <dgm:spPr/>
    </dgm:pt>
    <dgm:pt modelId="{9E559D7E-4CF3-4765-8EBF-7C28C377BA11}" type="pres">
      <dgm:prSet presAssocID="{0200F0B2-316E-4616-A13C-741FB710C0DA}" presName="rootConnector" presStyleLbl="node1" presStyleIdx="0" presStyleCnt="3"/>
      <dgm:spPr/>
    </dgm:pt>
    <dgm:pt modelId="{D70FAED2-DE01-4265-8B94-D42263858322}" type="pres">
      <dgm:prSet presAssocID="{0200F0B2-316E-4616-A13C-741FB710C0DA}" presName="childShape" presStyleCnt="0"/>
      <dgm:spPr/>
    </dgm:pt>
    <dgm:pt modelId="{96301E7E-A24E-4B5E-A6EE-5DC18BFD17E7}" type="pres">
      <dgm:prSet presAssocID="{0CA33017-4F1E-4D9C-95DE-992A70BB9F61}" presName="Name13" presStyleLbl="parChTrans1D2" presStyleIdx="0" presStyleCnt="9"/>
      <dgm:spPr/>
    </dgm:pt>
    <dgm:pt modelId="{E9C1F6A9-C0E3-4797-949B-F5F514C423E1}" type="pres">
      <dgm:prSet presAssocID="{AD3AF602-CF51-4E97-BB51-451C0A48E301}" presName="childText" presStyleLbl="bgAcc1" presStyleIdx="0" presStyleCnt="9" custScaleX="69912" custScaleY="66187">
        <dgm:presLayoutVars>
          <dgm:bulletEnabled val="1"/>
        </dgm:presLayoutVars>
      </dgm:prSet>
      <dgm:spPr/>
    </dgm:pt>
    <dgm:pt modelId="{67BE5074-A8F8-43BC-A7F8-65A692D9C853}" type="pres">
      <dgm:prSet presAssocID="{37E85AD6-BD10-47F2-A2AD-F2627482F3F8}" presName="Name13" presStyleLbl="parChTrans1D2" presStyleIdx="1" presStyleCnt="9"/>
      <dgm:spPr/>
    </dgm:pt>
    <dgm:pt modelId="{FC021C13-26DA-43A4-AA5F-167D831C1000}" type="pres">
      <dgm:prSet presAssocID="{3B87AAF5-5546-43AB-A973-25F12CA4BA8A}" presName="childText" presStyleLbl="bgAcc1" presStyleIdx="1" presStyleCnt="9" custScaleX="69912" custScaleY="66187">
        <dgm:presLayoutVars>
          <dgm:bulletEnabled val="1"/>
        </dgm:presLayoutVars>
      </dgm:prSet>
      <dgm:spPr/>
    </dgm:pt>
    <dgm:pt modelId="{4DB381D8-4762-428A-9992-1EC6186F24DF}" type="pres">
      <dgm:prSet presAssocID="{344342E9-BACB-48E3-A0A8-6C0B3AE4151B}" presName="Name13" presStyleLbl="parChTrans1D2" presStyleIdx="2" presStyleCnt="9"/>
      <dgm:spPr/>
    </dgm:pt>
    <dgm:pt modelId="{531DB578-3690-478F-AA53-226968D65EB3}" type="pres">
      <dgm:prSet presAssocID="{9D41EBE0-7007-464D-82D5-0A9A9B23FE38}" presName="childText" presStyleLbl="bgAcc1" presStyleIdx="2" presStyleCnt="9" custScaleX="69912" custScaleY="66187">
        <dgm:presLayoutVars>
          <dgm:bulletEnabled val="1"/>
        </dgm:presLayoutVars>
      </dgm:prSet>
      <dgm:spPr/>
    </dgm:pt>
    <dgm:pt modelId="{FDC273B3-8EAB-450C-B4AC-E5AE00CA101C}" type="pres">
      <dgm:prSet presAssocID="{0782E36D-FEEE-437E-9E43-7DCF84C5F054}" presName="root" presStyleCnt="0"/>
      <dgm:spPr/>
    </dgm:pt>
    <dgm:pt modelId="{7D1C4061-A8EB-4578-B979-58F2279154DC}" type="pres">
      <dgm:prSet presAssocID="{0782E36D-FEEE-437E-9E43-7DCF84C5F054}" presName="rootComposite" presStyleCnt="0"/>
      <dgm:spPr/>
    </dgm:pt>
    <dgm:pt modelId="{421FFF64-5CCC-43DA-91DA-E388F7DA8182}" type="pres">
      <dgm:prSet presAssocID="{0782E36D-FEEE-437E-9E43-7DCF84C5F054}" presName="rootText" presStyleLbl="node1" presStyleIdx="1" presStyleCnt="3"/>
      <dgm:spPr>
        <a:xfrm>
          <a:off x="2611065" y="3415"/>
          <a:ext cx="2004169" cy="1002084"/>
        </a:xfrm>
        <a:prstGeom prst="roundRect">
          <a:avLst>
            <a:gd name="adj" fmla="val 10000"/>
          </a:avLst>
        </a:prstGeom>
      </dgm:spPr>
    </dgm:pt>
    <dgm:pt modelId="{C4183B87-0CAB-4DB0-A9D0-E79DC05EE82E}" type="pres">
      <dgm:prSet presAssocID="{0782E36D-FEEE-437E-9E43-7DCF84C5F054}" presName="rootConnector" presStyleLbl="node1" presStyleIdx="1" presStyleCnt="3"/>
      <dgm:spPr/>
    </dgm:pt>
    <dgm:pt modelId="{EA630F7E-1652-4789-AA36-FC5CBD20DA9F}" type="pres">
      <dgm:prSet presAssocID="{0782E36D-FEEE-437E-9E43-7DCF84C5F054}" presName="childShape" presStyleCnt="0"/>
      <dgm:spPr/>
    </dgm:pt>
    <dgm:pt modelId="{A21C188A-088B-4EDF-ACAC-0D147BC05DEC}" type="pres">
      <dgm:prSet presAssocID="{A4C79B3B-1944-40B3-B9ED-EED57FCD16AF}" presName="Name13" presStyleLbl="parChTrans1D2" presStyleIdx="3" presStyleCnt="9"/>
      <dgm:spPr/>
    </dgm:pt>
    <dgm:pt modelId="{6621AA71-1421-487E-A614-93E468F6768E}" type="pres">
      <dgm:prSet presAssocID="{21BB4213-FBB4-4373-9F42-AA984D814F74}" presName="childText" presStyleLbl="bgAcc1" presStyleIdx="3" presStyleCnt="9" custScaleX="69912" custScaleY="66187">
        <dgm:presLayoutVars>
          <dgm:bulletEnabled val="1"/>
        </dgm:presLayoutVars>
      </dgm:prSet>
      <dgm:spPr/>
    </dgm:pt>
    <dgm:pt modelId="{62E5B405-21D2-4336-BD6D-88146C7A073B}" type="pres">
      <dgm:prSet presAssocID="{8FDE8426-9296-4EAC-AF9E-968333A5EE70}" presName="Name13" presStyleLbl="parChTrans1D2" presStyleIdx="4" presStyleCnt="9"/>
      <dgm:spPr/>
    </dgm:pt>
    <dgm:pt modelId="{33C774DE-F8E7-440C-A002-E5EFA8429C9A}" type="pres">
      <dgm:prSet presAssocID="{45A79EF5-DA1D-4D35-A570-0056F67E8546}" presName="childText" presStyleLbl="bgAcc1" presStyleIdx="4" presStyleCnt="9" custScaleX="69912" custScaleY="66187">
        <dgm:presLayoutVars>
          <dgm:bulletEnabled val="1"/>
        </dgm:presLayoutVars>
      </dgm:prSet>
      <dgm:spPr/>
    </dgm:pt>
    <dgm:pt modelId="{E74D022D-DE5E-41BC-8C01-F2228B33BE39}" type="pres">
      <dgm:prSet presAssocID="{34B55500-5417-44C5-82E2-BDC22153E3C3}" presName="Name13" presStyleLbl="parChTrans1D2" presStyleIdx="5" presStyleCnt="9"/>
      <dgm:spPr/>
    </dgm:pt>
    <dgm:pt modelId="{BE338C69-AA57-4683-8434-CD031035CF38}" type="pres">
      <dgm:prSet presAssocID="{798048CF-F349-40C4-B0CA-71932A342E2E}" presName="childText" presStyleLbl="bgAcc1" presStyleIdx="5" presStyleCnt="9" custScaleX="69912" custScaleY="66187">
        <dgm:presLayoutVars>
          <dgm:bulletEnabled val="1"/>
        </dgm:presLayoutVars>
      </dgm:prSet>
      <dgm:spPr/>
    </dgm:pt>
    <dgm:pt modelId="{615CFCEE-81DD-49C8-98AB-3B26A829A0F2}" type="pres">
      <dgm:prSet presAssocID="{0D6C62E4-5CD0-4031-9B98-E2EA76B69F82}" presName="root" presStyleCnt="0"/>
      <dgm:spPr/>
    </dgm:pt>
    <dgm:pt modelId="{8B544DEE-562F-48D3-8628-59E521571D30}" type="pres">
      <dgm:prSet presAssocID="{0D6C62E4-5CD0-4031-9B98-E2EA76B69F82}" presName="rootComposite" presStyleCnt="0"/>
      <dgm:spPr/>
    </dgm:pt>
    <dgm:pt modelId="{9B635D08-6793-4560-8A44-90CE35809EF7}" type="pres">
      <dgm:prSet presAssocID="{0D6C62E4-5CD0-4031-9B98-E2EA76B69F82}" presName="rootText" presStyleLbl="node1" presStyleIdx="2" presStyleCnt="3"/>
      <dgm:spPr>
        <a:xfrm>
          <a:off x="5116276" y="3415"/>
          <a:ext cx="2004169" cy="1002084"/>
        </a:xfrm>
        <a:prstGeom prst="roundRect">
          <a:avLst>
            <a:gd name="adj" fmla="val 10000"/>
          </a:avLst>
        </a:prstGeom>
      </dgm:spPr>
    </dgm:pt>
    <dgm:pt modelId="{AB49CDBA-6D84-4D0F-9B73-AE5EE97B3E48}" type="pres">
      <dgm:prSet presAssocID="{0D6C62E4-5CD0-4031-9B98-E2EA76B69F82}" presName="rootConnector" presStyleLbl="node1" presStyleIdx="2" presStyleCnt="3"/>
      <dgm:spPr/>
    </dgm:pt>
    <dgm:pt modelId="{E828EC76-60DC-4FC3-B065-093E9A08E823}" type="pres">
      <dgm:prSet presAssocID="{0D6C62E4-5CD0-4031-9B98-E2EA76B69F82}" presName="childShape" presStyleCnt="0"/>
      <dgm:spPr/>
    </dgm:pt>
    <dgm:pt modelId="{11547E23-0862-4E3F-B130-0D16CB06423E}" type="pres">
      <dgm:prSet presAssocID="{EAA4AD08-0586-49D2-A7EA-A00C8C0B9AEE}" presName="Name13" presStyleLbl="parChTrans1D2" presStyleIdx="6" presStyleCnt="9"/>
      <dgm:spPr/>
    </dgm:pt>
    <dgm:pt modelId="{70EF2648-4534-4929-9EDA-6A7CC8AE99BE}" type="pres">
      <dgm:prSet presAssocID="{95C11F6C-64FC-4B2D-A51E-44EAB2F5FCDD}" presName="childText" presStyleLbl="bgAcc1" presStyleIdx="6" presStyleCnt="9" custScaleX="69912" custScaleY="66187">
        <dgm:presLayoutVars>
          <dgm:bulletEnabled val="1"/>
        </dgm:presLayoutVars>
      </dgm:prSet>
      <dgm:spPr/>
    </dgm:pt>
    <dgm:pt modelId="{206625E4-1CC6-409B-BE54-E90ED13AE956}" type="pres">
      <dgm:prSet presAssocID="{13DDF741-0128-44B1-B9D9-3F619BA625CA}" presName="Name13" presStyleLbl="parChTrans1D2" presStyleIdx="7" presStyleCnt="9"/>
      <dgm:spPr/>
    </dgm:pt>
    <dgm:pt modelId="{8878EC09-AA84-421B-AA87-EA5CAFE40F3E}" type="pres">
      <dgm:prSet presAssocID="{C7C95317-4973-48E6-B040-1D6984486778}" presName="childText" presStyleLbl="bgAcc1" presStyleIdx="7" presStyleCnt="9" custScaleX="69912" custScaleY="66187">
        <dgm:presLayoutVars>
          <dgm:bulletEnabled val="1"/>
        </dgm:presLayoutVars>
      </dgm:prSet>
      <dgm:spPr/>
    </dgm:pt>
    <dgm:pt modelId="{543941E6-4C62-4571-9D3B-C49115E85CD7}" type="pres">
      <dgm:prSet presAssocID="{A608F012-2E31-4487-8EBA-0E030D9FE5AA}" presName="Name13" presStyleLbl="parChTrans1D2" presStyleIdx="8" presStyleCnt="9"/>
      <dgm:spPr/>
    </dgm:pt>
    <dgm:pt modelId="{EE6C8727-595B-4C70-B3B2-8A693D3E999D}" type="pres">
      <dgm:prSet presAssocID="{CE968CEE-8EE0-4A7A-AADB-47B1C75CDC7C}" presName="childText" presStyleLbl="bgAcc1" presStyleIdx="8" presStyleCnt="9" custScaleX="69912" custScaleY="66187">
        <dgm:presLayoutVars>
          <dgm:bulletEnabled val="1"/>
        </dgm:presLayoutVars>
      </dgm:prSet>
      <dgm:spPr/>
    </dgm:pt>
  </dgm:ptLst>
  <dgm:cxnLst>
    <dgm:cxn modelId="{15563002-3AB7-42B7-986D-6E8B0C334864}" type="presOf" srcId="{0200F0B2-316E-4616-A13C-741FB710C0DA}" destId="{9E559D7E-4CF3-4765-8EBF-7C28C377BA11}" srcOrd="1" destOrd="0" presId="urn:microsoft.com/office/officeart/2005/8/layout/hierarchy3"/>
    <dgm:cxn modelId="{7874B009-A179-47D5-809D-97913464406C}" srcId="{0200F0B2-316E-4616-A13C-741FB710C0DA}" destId="{AD3AF602-CF51-4E97-BB51-451C0A48E301}" srcOrd="0" destOrd="0" parTransId="{0CA33017-4F1E-4D9C-95DE-992A70BB9F61}" sibTransId="{D98171EA-6553-4623-B5F9-8974DDFD53FF}"/>
    <dgm:cxn modelId="{C7239B0E-8DDA-4DBE-B63B-111579D3101A}" type="presOf" srcId="{8FDE8426-9296-4EAC-AF9E-968333A5EE70}" destId="{62E5B405-21D2-4336-BD6D-88146C7A073B}" srcOrd="0" destOrd="0" presId="urn:microsoft.com/office/officeart/2005/8/layout/hierarchy3"/>
    <dgm:cxn modelId="{695FCC16-8DBF-4F5C-9812-08F74FF9DD4B}" srcId="{D932AA29-0950-4CCA-8987-F1A343601530}" destId="{0782E36D-FEEE-437E-9E43-7DCF84C5F054}" srcOrd="1" destOrd="0" parTransId="{8A5A4969-2579-4EBC-9D6A-27BBD136EE88}" sibTransId="{EDD7E4C6-84FC-4CB8-BE2C-E92289550B16}"/>
    <dgm:cxn modelId="{CE337C1F-1508-46A2-A7C4-1A6708548123}" type="presOf" srcId="{34B55500-5417-44C5-82E2-BDC22153E3C3}" destId="{E74D022D-DE5E-41BC-8C01-F2228B33BE39}" srcOrd="0" destOrd="0" presId="urn:microsoft.com/office/officeart/2005/8/layout/hierarchy3"/>
    <dgm:cxn modelId="{43E0CE24-A43F-4639-B89B-5FCEB1ACC5E6}" type="presOf" srcId="{0782E36D-FEEE-437E-9E43-7DCF84C5F054}" destId="{C4183B87-0CAB-4DB0-A9D0-E79DC05EE82E}" srcOrd="1" destOrd="0" presId="urn:microsoft.com/office/officeart/2005/8/layout/hierarchy3"/>
    <dgm:cxn modelId="{0B4F7529-6A64-4879-BF21-F269F6E0E5B7}" type="presOf" srcId="{A608F012-2E31-4487-8EBA-0E030D9FE5AA}" destId="{543941E6-4C62-4571-9D3B-C49115E85CD7}" srcOrd="0" destOrd="0" presId="urn:microsoft.com/office/officeart/2005/8/layout/hierarchy3"/>
    <dgm:cxn modelId="{FF2A9829-01DC-4EB2-B6AD-9DEB82111742}" srcId="{0D6C62E4-5CD0-4031-9B98-E2EA76B69F82}" destId="{CE968CEE-8EE0-4A7A-AADB-47B1C75CDC7C}" srcOrd="2" destOrd="0" parTransId="{A608F012-2E31-4487-8EBA-0E030D9FE5AA}" sibTransId="{EDE5D659-9B00-46D8-B89E-39128BEDA2FD}"/>
    <dgm:cxn modelId="{DCA58532-DCA4-4193-893E-D1694D75FD20}" type="presOf" srcId="{798048CF-F349-40C4-B0CA-71932A342E2E}" destId="{BE338C69-AA57-4683-8434-CD031035CF38}" srcOrd="0" destOrd="0" presId="urn:microsoft.com/office/officeart/2005/8/layout/hierarchy3"/>
    <dgm:cxn modelId="{BE35C736-6C3A-4322-9C53-65512E657435}" type="presOf" srcId="{21BB4213-FBB4-4373-9F42-AA984D814F74}" destId="{6621AA71-1421-487E-A614-93E468F6768E}" srcOrd="0" destOrd="0" presId="urn:microsoft.com/office/officeart/2005/8/layout/hierarchy3"/>
    <dgm:cxn modelId="{47DF523A-7108-4F76-9E89-C082A2D0F52B}" type="presOf" srcId="{95C11F6C-64FC-4B2D-A51E-44EAB2F5FCDD}" destId="{70EF2648-4534-4929-9EDA-6A7CC8AE99BE}" srcOrd="0" destOrd="0" presId="urn:microsoft.com/office/officeart/2005/8/layout/hierarchy3"/>
    <dgm:cxn modelId="{9EA4393C-97A4-46DD-ADF8-AE7312EC79F4}" type="presOf" srcId="{0D6C62E4-5CD0-4031-9B98-E2EA76B69F82}" destId="{AB49CDBA-6D84-4D0F-9B73-AE5EE97B3E48}" srcOrd="1" destOrd="0" presId="urn:microsoft.com/office/officeart/2005/8/layout/hierarchy3"/>
    <dgm:cxn modelId="{2F5DBA3E-DCE3-4A92-BBBE-43F9E214406A}" type="presOf" srcId="{AD3AF602-CF51-4E97-BB51-451C0A48E301}" destId="{E9C1F6A9-C0E3-4797-949B-F5F514C423E1}" srcOrd="0" destOrd="0" presId="urn:microsoft.com/office/officeart/2005/8/layout/hierarchy3"/>
    <dgm:cxn modelId="{AAA2B245-AE0E-4F12-AFA1-A37E93AC694F}" srcId="{D932AA29-0950-4CCA-8987-F1A343601530}" destId="{0D6C62E4-5CD0-4031-9B98-E2EA76B69F82}" srcOrd="2" destOrd="0" parTransId="{E3F1726E-EC83-4CF1-AE56-1A07C18D9C39}" sibTransId="{64F5C387-F30B-4E80-BFCC-963CB12E9DF5}"/>
    <dgm:cxn modelId="{BFE1EA6A-0ABA-473C-A09A-8ECB184E2AA1}" srcId="{0782E36D-FEEE-437E-9E43-7DCF84C5F054}" destId="{45A79EF5-DA1D-4D35-A570-0056F67E8546}" srcOrd="1" destOrd="0" parTransId="{8FDE8426-9296-4EAC-AF9E-968333A5EE70}" sibTransId="{06D3B9A0-FE96-4A64-A41B-88CAA3DA2F45}"/>
    <dgm:cxn modelId="{96518652-A9DB-4DAE-ABC2-655623404E21}" srcId="{0D6C62E4-5CD0-4031-9B98-E2EA76B69F82}" destId="{95C11F6C-64FC-4B2D-A51E-44EAB2F5FCDD}" srcOrd="0" destOrd="0" parTransId="{EAA4AD08-0586-49D2-A7EA-A00C8C0B9AEE}" sibTransId="{EA52E8E8-1D8F-4D8A-B8FB-3194D614E86F}"/>
    <dgm:cxn modelId="{41265E90-4D62-4329-B9E8-2E3C2AA866A2}" type="presOf" srcId="{A4C79B3B-1944-40B3-B9ED-EED57FCD16AF}" destId="{A21C188A-088B-4EDF-ACAC-0D147BC05DEC}" srcOrd="0" destOrd="0" presId="urn:microsoft.com/office/officeart/2005/8/layout/hierarchy3"/>
    <dgm:cxn modelId="{F3E14496-2359-4808-B8EF-D07ADE9B7DE6}" type="presOf" srcId="{D932AA29-0950-4CCA-8987-F1A343601530}" destId="{7848238C-D48D-4A84-BCB9-860E36E17FFD}" srcOrd="0" destOrd="0" presId="urn:microsoft.com/office/officeart/2005/8/layout/hierarchy3"/>
    <dgm:cxn modelId="{BF129CA7-5AB9-463E-86A6-FE5B5EE284B8}" srcId="{0200F0B2-316E-4616-A13C-741FB710C0DA}" destId="{9D41EBE0-7007-464D-82D5-0A9A9B23FE38}" srcOrd="2" destOrd="0" parTransId="{344342E9-BACB-48E3-A0A8-6C0B3AE4151B}" sibTransId="{E76E6D71-6D32-4B33-B9A1-8A00CBBA86AE}"/>
    <dgm:cxn modelId="{333108B0-99D6-4258-81EB-DFC054971FB3}" type="presOf" srcId="{9D41EBE0-7007-464D-82D5-0A9A9B23FE38}" destId="{531DB578-3690-478F-AA53-226968D65EB3}" srcOrd="0" destOrd="0" presId="urn:microsoft.com/office/officeart/2005/8/layout/hierarchy3"/>
    <dgm:cxn modelId="{3C11FCBA-776D-48F8-AEA7-B2A578ABB113}" srcId="{0D6C62E4-5CD0-4031-9B98-E2EA76B69F82}" destId="{C7C95317-4973-48E6-B040-1D6984486778}" srcOrd="1" destOrd="0" parTransId="{13DDF741-0128-44B1-B9D9-3F619BA625CA}" sibTransId="{27C8678C-FBFC-45E5-84F5-3E373B1B6042}"/>
    <dgm:cxn modelId="{FDE1F6C0-6CBC-4FA0-9C94-208258E831E5}" srcId="{0782E36D-FEEE-437E-9E43-7DCF84C5F054}" destId="{798048CF-F349-40C4-B0CA-71932A342E2E}" srcOrd="2" destOrd="0" parTransId="{34B55500-5417-44C5-82E2-BDC22153E3C3}" sibTransId="{91979EB8-6F75-42BF-81D9-C6A7303C363A}"/>
    <dgm:cxn modelId="{A5945BC4-F2BF-4BBC-83CC-C9C3FA3F156A}" type="presOf" srcId="{0D6C62E4-5CD0-4031-9B98-E2EA76B69F82}" destId="{9B635D08-6793-4560-8A44-90CE35809EF7}" srcOrd="0" destOrd="0" presId="urn:microsoft.com/office/officeart/2005/8/layout/hierarchy3"/>
    <dgm:cxn modelId="{04BA1BD0-D3DC-442D-B47B-9DAD4974C904}" srcId="{0782E36D-FEEE-437E-9E43-7DCF84C5F054}" destId="{21BB4213-FBB4-4373-9F42-AA984D814F74}" srcOrd="0" destOrd="0" parTransId="{A4C79B3B-1944-40B3-B9ED-EED57FCD16AF}" sibTransId="{443F4F7C-F1D9-4CB2-A568-588954EDA9AB}"/>
    <dgm:cxn modelId="{44681FD2-DDA0-4D60-BE68-52E08A6F9454}" type="presOf" srcId="{0782E36D-FEEE-437E-9E43-7DCF84C5F054}" destId="{421FFF64-5CCC-43DA-91DA-E388F7DA8182}" srcOrd="0" destOrd="0" presId="urn:microsoft.com/office/officeart/2005/8/layout/hierarchy3"/>
    <dgm:cxn modelId="{F3BE42DA-C060-4369-8E1F-09D40811341B}" type="presOf" srcId="{13DDF741-0128-44B1-B9D9-3F619BA625CA}" destId="{206625E4-1CC6-409B-BE54-E90ED13AE956}" srcOrd="0" destOrd="0" presId="urn:microsoft.com/office/officeart/2005/8/layout/hierarchy3"/>
    <dgm:cxn modelId="{0C2567DA-9F44-41EA-90AD-C6910A941AFA}" type="presOf" srcId="{3B87AAF5-5546-43AB-A973-25F12CA4BA8A}" destId="{FC021C13-26DA-43A4-AA5F-167D831C1000}" srcOrd="0" destOrd="0" presId="urn:microsoft.com/office/officeart/2005/8/layout/hierarchy3"/>
    <dgm:cxn modelId="{4101D3E2-36C9-4D17-942D-DF683024CB94}" srcId="{0200F0B2-316E-4616-A13C-741FB710C0DA}" destId="{3B87AAF5-5546-43AB-A973-25F12CA4BA8A}" srcOrd="1" destOrd="0" parTransId="{37E85AD6-BD10-47F2-A2AD-F2627482F3F8}" sibTransId="{EA3EEE76-0402-4ABD-8E47-0D6D9FBC9024}"/>
    <dgm:cxn modelId="{8B8827E3-BB6F-4079-B9C3-8185B6CEC4D7}" type="presOf" srcId="{0200F0B2-316E-4616-A13C-741FB710C0DA}" destId="{F81DF387-DAFE-4D7F-A9DD-CF2276A617C3}" srcOrd="0" destOrd="0" presId="urn:microsoft.com/office/officeart/2005/8/layout/hierarchy3"/>
    <dgm:cxn modelId="{D467A6F2-D6CA-4C7E-AF76-BF6DACFB2433}" srcId="{D932AA29-0950-4CCA-8987-F1A343601530}" destId="{0200F0B2-316E-4616-A13C-741FB710C0DA}" srcOrd="0" destOrd="0" parTransId="{A19CDA3F-125A-465D-942B-3EAB1DEC3580}" sibTransId="{141EBCBE-2345-4B39-9EB5-DD6B85C26597}"/>
    <dgm:cxn modelId="{200E1FF4-C3DA-49A0-BA72-915E4912A979}" type="presOf" srcId="{CE968CEE-8EE0-4A7A-AADB-47B1C75CDC7C}" destId="{EE6C8727-595B-4C70-B3B2-8A693D3E999D}" srcOrd="0" destOrd="0" presId="urn:microsoft.com/office/officeart/2005/8/layout/hierarchy3"/>
    <dgm:cxn modelId="{277030F6-A007-4B2D-9086-4896D9AFA7D2}" type="presOf" srcId="{344342E9-BACB-48E3-A0A8-6C0B3AE4151B}" destId="{4DB381D8-4762-428A-9992-1EC6186F24DF}" srcOrd="0" destOrd="0" presId="urn:microsoft.com/office/officeart/2005/8/layout/hierarchy3"/>
    <dgm:cxn modelId="{83BB74F6-F8A1-4AC4-B097-3A288BEBA0C7}" type="presOf" srcId="{45A79EF5-DA1D-4D35-A570-0056F67E8546}" destId="{33C774DE-F8E7-440C-A002-E5EFA8429C9A}" srcOrd="0" destOrd="0" presId="urn:microsoft.com/office/officeart/2005/8/layout/hierarchy3"/>
    <dgm:cxn modelId="{90A0ECF9-8956-475E-B734-02DCD81062BA}" type="presOf" srcId="{37E85AD6-BD10-47F2-A2AD-F2627482F3F8}" destId="{67BE5074-A8F8-43BC-A7F8-65A692D9C853}" srcOrd="0" destOrd="0" presId="urn:microsoft.com/office/officeart/2005/8/layout/hierarchy3"/>
    <dgm:cxn modelId="{68D932FB-3E34-4A6B-9811-FC64F4519738}" type="presOf" srcId="{EAA4AD08-0586-49D2-A7EA-A00C8C0B9AEE}" destId="{11547E23-0862-4E3F-B130-0D16CB06423E}" srcOrd="0" destOrd="0" presId="urn:microsoft.com/office/officeart/2005/8/layout/hierarchy3"/>
    <dgm:cxn modelId="{66C1ACFD-3D16-4B2D-BE4F-2625AF4374A9}" type="presOf" srcId="{C7C95317-4973-48E6-B040-1D6984486778}" destId="{8878EC09-AA84-421B-AA87-EA5CAFE40F3E}" srcOrd="0" destOrd="0" presId="urn:microsoft.com/office/officeart/2005/8/layout/hierarchy3"/>
    <dgm:cxn modelId="{A2BC6DFE-52F3-4AD3-A19D-027B6C79FDDF}" type="presOf" srcId="{0CA33017-4F1E-4D9C-95DE-992A70BB9F61}" destId="{96301E7E-A24E-4B5E-A6EE-5DC18BFD17E7}" srcOrd="0" destOrd="0" presId="urn:microsoft.com/office/officeart/2005/8/layout/hierarchy3"/>
    <dgm:cxn modelId="{8DEE07A7-C6C6-4D6E-B769-AAC5F283CEC8}" type="presParOf" srcId="{7848238C-D48D-4A84-BCB9-860E36E17FFD}" destId="{ACEA31DA-9CEB-410F-9644-1A9DCBD869C3}" srcOrd="0" destOrd="0" presId="urn:microsoft.com/office/officeart/2005/8/layout/hierarchy3"/>
    <dgm:cxn modelId="{FFD20A7E-44A4-4F26-BD91-85D246BFE6A9}" type="presParOf" srcId="{ACEA31DA-9CEB-410F-9644-1A9DCBD869C3}" destId="{B27FCA5C-C275-4954-8C92-81043E493895}" srcOrd="0" destOrd="0" presId="urn:microsoft.com/office/officeart/2005/8/layout/hierarchy3"/>
    <dgm:cxn modelId="{EC63E5B3-8FBB-42F9-9014-DD733598FFDA}" type="presParOf" srcId="{B27FCA5C-C275-4954-8C92-81043E493895}" destId="{F81DF387-DAFE-4D7F-A9DD-CF2276A617C3}" srcOrd="0" destOrd="0" presId="urn:microsoft.com/office/officeart/2005/8/layout/hierarchy3"/>
    <dgm:cxn modelId="{A698CB02-9AF6-49D9-A0BA-BF898932B2E4}" type="presParOf" srcId="{B27FCA5C-C275-4954-8C92-81043E493895}" destId="{9E559D7E-4CF3-4765-8EBF-7C28C377BA11}" srcOrd="1" destOrd="0" presId="urn:microsoft.com/office/officeart/2005/8/layout/hierarchy3"/>
    <dgm:cxn modelId="{DA102DB6-BAF8-494C-AB1B-1EB006E0733E}" type="presParOf" srcId="{ACEA31DA-9CEB-410F-9644-1A9DCBD869C3}" destId="{D70FAED2-DE01-4265-8B94-D42263858322}" srcOrd="1" destOrd="0" presId="urn:microsoft.com/office/officeart/2005/8/layout/hierarchy3"/>
    <dgm:cxn modelId="{721D122D-760D-45BE-B698-0E466F83DB5D}" type="presParOf" srcId="{D70FAED2-DE01-4265-8B94-D42263858322}" destId="{96301E7E-A24E-4B5E-A6EE-5DC18BFD17E7}" srcOrd="0" destOrd="0" presId="urn:microsoft.com/office/officeart/2005/8/layout/hierarchy3"/>
    <dgm:cxn modelId="{851468BC-A1CC-410B-A5F4-BA1712BD611D}" type="presParOf" srcId="{D70FAED2-DE01-4265-8B94-D42263858322}" destId="{E9C1F6A9-C0E3-4797-949B-F5F514C423E1}" srcOrd="1" destOrd="0" presId="urn:microsoft.com/office/officeart/2005/8/layout/hierarchy3"/>
    <dgm:cxn modelId="{FECC5683-90E8-429C-96D0-CA4FC23D34C8}" type="presParOf" srcId="{D70FAED2-DE01-4265-8B94-D42263858322}" destId="{67BE5074-A8F8-43BC-A7F8-65A692D9C853}" srcOrd="2" destOrd="0" presId="urn:microsoft.com/office/officeart/2005/8/layout/hierarchy3"/>
    <dgm:cxn modelId="{663B6587-6823-4690-B9F5-2E970A043C5A}" type="presParOf" srcId="{D70FAED2-DE01-4265-8B94-D42263858322}" destId="{FC021C13-26DA-43A4-AA5F-167D831C1000}" srcOrd="3" destOrd="0" presId="urn:microsoft.com/office/officeart/2005/8/layout/hierarchy3"/>
    <dgm:cxn modelId="{2CA6F91B-D02A-4062-876F-6D3DF2C84563}" type="presParOf" srcId="{D70FAED2-DE01-4265-8B94-D42263858322}" destId="{4DB381D8-4762-428A-9992-1EC6186F24DF}" srcOrd="4" destOrd="0" presId="urn:microsoft.com/office/officeart/2005/8/layout/hierarchy3"/>
    <dgm:cxn modelId="{8F8ADE3D-6CB9-4DF9-9255-BB44391B3EE2}" type="presParOf" srcId="{D70FAED2-DE01-4265-8B94-D42263858322}" destId="{531DB578-3690-478F-AA53-226968D65EB3}" srcOrd="5" destOrd="0" presId="urn:microsoft.com/office/officeart/2005/8/layout/hierarchy3"/>
    <dgm:cxn modelId="{ACACBBEA-4E4B-49C0-8427-E7DE8C456F03}" type="presParOf" srcId="{7848238C-D48D-4A84-BCB9-860E36E17FFD}" destId="{FDC273B3-8EAB-450C-B4AC-E5AE00CA101C}" srcOrd="1" destOrd="0" presId="urn:microsoft.com/office/officeart/2005/8/layout/hierarchy3"/>
    <dgm:cxn modelId="{4731D3EC-5480-4937-B6A9-A79DD3A0DC6F}" type="presParOf" srcId="{FDC273B3-8EAB-450C-B4AC-E5AE00CA101C}" destId="{7D1C4061-A8EB-4578-B979-58F2279154DC}" srcOrd="0" destOrd="0" presId="urn:microsoft.com/office/officeart/2005/8/layout/hierarchy3"/>
    <dgm:cxn modelId="{0CF6380B-8C4B-491C-8732-BBEBE5C8CD55}" type="presParOf" srcId="{7D1C4061-A8EB-4578-B979-58F2279154DC}" destId="{421FFF64-5CCC-43DA-91DA-E388F7DA8182}" srcOrd="0" destOrd="0" presId="urn:microsoft.com/office/officeart/2005/8/layout/hierarchy3"/>
    <dgm:cxn modelId="{9D817CCD-57AE-4041-9491-2A5AC13A4C9A}" type="presParOf" srcId="{7D1C4061-A8EB-4578-B979-58F2279154DC}" destId="{C4183B87-0CAB-4DB0-A9D0-E79DC05EE82E}" srcOrd="1" destOrd="0" presId="urn:microsoft.com/office/officeart/2005/8/layout/hierarchy3"/>
    <dgm:cxn modelId="{9E09F546-7CFE-4E59-BBB6-6661CFFF960A}" type="presParOf" srcId="{FDC273B3-8EAB-450C-B4AC-E5AE00CA101C}" destId="{EA630F7E-1652-4789-AA36-FC5CBD20DA9F}" srcOrd="1" destOrd="0" presId="urn:microsoft.com/office/officeart/2005/8/layout/hierarchy3"/>
    <dgm:cxn modelId="{818568DA-4284-4DBA-BAB8-531B434E5E62}" type="presParOf" srcId="{EA630F7E-1652-4789-AA36-FC5CBD20DA9F}" destId="{A21C188A-088B-4EDF-ACAC-0D147BC05DEC}" srcOrd="0" destOrd="0" presId="urn:microsoft.com/office/officeart/2005/8/layout/hierarchy3"/>
    <dgm:cxn modelId="{D2291F60-7BBB-4D21-BC2E-7A0EE797BB76}" type="presParOf" srcId="{EA630F7E-1652-4789-AA36-FC5CBD20DA9F}" destId="{6621AA71-1421-487E-A614-93E468F6768E}" srcOrd="1" destOrd="0" presId="urn:microsoft.com/office/officeart/2005/8/layout/hierarchy3"/>
    <dgm:cxn modelId="{E5B79844-9C14-467C-9D6C-DF3E35334E4C}" type="presParOf" srcId="{EA630F7E-1652-4789-AA36-FC5CBD20DA9F}" destId="{62E5B405-21D2-4336-BD6D-88146C7A073B}" srcOrd="2" destOrd="0" presId="urn:microsoft.com/office/officeart/2005/8/layout/hierarchy3"/>
    <dgm:cxn modelId="{8372F4B3-1129-49CB-BB62-E49F58E66161}" type="presParOf" srcId="{EA630F7E-1652-4789-AA36-FC5CBD20DA9F}" destId="{33C774DE-F8E7-440C-A002-E5EFA8429C9A}" srcOrd="3" destOrd="0" presId="urn:microsoft.com/office/officeart/2005/8/layout/hierarchy3"/>
    <dgm:cxn modelId="{DD9A3F1B-5148-4DB1-9C27-B272C021A43D}" type="presParOf" srcId="{EA630F7E-1652-4789-AA36-FC5CBD20DA9F}" destId="{E74D022D-DE5E-41BC-8C01-F2228B33BE39}" srcOrd="4" destOrd="0" presId="urn:microsoft.com/office/officeart/2005/8/layout/hierarchy3"/>
    <dgm:cxn modelId="{5C5A8147-5060-4670-A37A-CF275E6957D0}" type="presParOf" srcId="{EA630F7E-1652-4789-AA36-FC5CBD20DA9F}" destId="{BE338C69-AA57-4683-8434-CD031035CF38}" srcOrd="5" destOrd="0" presId="urn:microsoft.com/office/officeart/2005/8/layout/hierarchy3"/>
    <dgm:cxn modelId="{0DAE9CAD-97AB-423A-8805-6DDDB691647D}" type="presParOf" srcId="{7848238C-D48D-4A84-BCB9-860E36E17FFD}" destId="{615CFCEE-81DD-49C8-98AB-3B26A829A0F2}" srcOrd="2" destOrd="0" presId="urn:microsoft.com/office/officeart/2005/8/layout/hierarchy3"/>
    <dgm:cxn modelId="{A9571D8F-1ED3-4D77-83CD-6E7D6BD21D43}" type="presParOf" srcId="{615CFCEE-81DD-49C8-98AB-3B26A829A0F2}" destId="{8B544DEE-562F-48D3-8628-59E521571D30}" srcOrd="0" destOrd="0" presId="urn:microsoft.com/office/officeart/2005/8/layout/hierarchy3"/>
    <dgm:cxn modelId="{3B93D32B-AD79-4B09-A1B6-53A41B0EF0EB}" type="presParOf" srcId="{8B544DEE-562F-48D3-8628-59E521571D30}" destId="{9B635D08-6793-4560-8A44-90CE35809EF7}" srcOrd="0" destOrd="0" presId="urn:microsoft.com/office/officeart/2005/8/layout/hierarchy3"/>
    <dgm:cxn modelId="{10584AD8-4BBA-4D16-8A29-A13D8780040E}" type="presParOf" srcId="{8B544DEE-562F-48D3-8628-59E521571D30}" destId="{AB49CDBA-6D84-4D0F-9B73-AE5EE97B3E48}" srcOrd="1" destOrd="0" presId="urn:microsoft.com/office/officeart/2005/8/layout/hierarchy3"/>
    <dgm:cxn modelId="{0E2A5567-3138-446E-8A5D-14627BAFC24D}" type="presParOf" srcId="{615CFCEE-81DD-49C8-98AB-3B26A829A0F2}" destId="{E828EC76-60DC-4FC3-B065-093E9A08E823}" srcOrd="1" destOrd="0" presId="urn:microsoft.com/office/officeart/2005/8/layout/hierarchy3"/>
    <dgm:cxn modelId="{69CCE631-76BA-48B2-96D3-5655F8EAD171}" type="presParOf" srcId="{E828EC76-60DC-4FC3-B065-093E9A08E823}" destId="{11547E23-0862-4E3F-B130-0D16CB06423E}" srcOrd="0" destOrd="0" presId="urn:microsoft.com/office/officeart/2005/8/layout/hierarchy3"/>
    <dgm:cxn modelId="{CEDC0C13-55E4-466D-B2D1-E003BC5BDEC8}" type="presParOf" srcId="{E828EC76-60DC-4FC3-B065-093E9A08E823}" destId="{70EF2648-4534-4929-9EDA-6A7CC8AE99BE}" srcOrd="1" destOrd="0" presId="urn:microsoft.com/office/officeart/2005/8/layout/hierarchy3"/>
    <dgm:cxn modelId="{5F4556AA-4478-4336-AA3A-D4D13B63F52E}" type="presParOf" srcId="{E828EC76-60DC-4FC3-B065-093E9A08E823}" destId="{206625E4-1CC6-409B-BE54-E90ED13AE956}" srcOrd="2" destOrd="0" presId="urn:microsoft.com/office/officeart/2005/8/layout/hierarchy3"/>
    <dgm:cxn modelId="{70DCFA57-A5E5-455E-B0F5-4717C1A5CDA1}" type="presParOf" srcId="{E828EC76-60DC-4FC3-B065-093E9A08E823}" destId="{8878EC09-AA84-421B-AA87-EA5CAFE40F3E}" srcOrd="3" destOrd="0" presId="urn:microsoft.com/office/officeart/2005/8/layout/hierarchy3"/>
    <dgm:cxn modelId="{4B509A11-6418-4004-9B35-DB2985730CC8}" type="presParOf" srcId="{E828EC76-60DC-4FC3-B065-093E9A08E823}" destId="{543941E6-4C62-4571-9D3B-C49115E85CD7}" srcOrd="4" destOrd="0" presId="urn:microsoft.com/office/officeart/2005/8/layout/hierarchy3"/>
    <dgm:cxn modelId="{08785B35-A033-4F34-B183-8A91D6EA8FF7}" type="presParOf" srcId="{E828EC76-60DC-4FC3-B065-093E9A08E823}" destId="{EE6C8727-595B-4C70-B3B2-8A693D3E999D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32AA29-0950-4CCA-8987-F1A343601530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00F0B2-316E-4616-A13C-741FB710C0DA}">
      <dgm:prSet phldrT="[Texte]"/>
      <dgm:spPr>
        <a:solidFill>
          <a:srgbClr val="E2E8E4"/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 actuel</a:t>
          </a:r>
        </a:p>
      </dgm:t>
    </dgm:pt>
    <dgm:pt modelId="{A19CDA3F-125A-465D-942B-3EAB1DEC3580}" type="parTrans" cxnId="{D467A6F2-D6CA-4C7E-AF76-BF6DACFB2433}">
      <dgm:prSet/>
      <dgm:spPr/>
      <dgm:t>
        <a:bodyPr/>
        <a:lstStyle/>
        <a:p>
          <a:endParaRPr lang="fr-FR"/>
        </a:p>
      </dgm:t>
    </dgm:pt>
    <dgm:pt modelId="{141EBCBE-2345-4B39-9EB5-DD6B85C26597}" type="sibTrans" cxnId="{D467A6F2-D6CA-4C7E-AF76-BF6DACFB2433}">
      <dgm:prSet/>
      <dgm:spPr/>
      <dgm:t>
        <a:bodyPr/>
        <a:lstStyle/>
        <a:p>
          <a:endParaRPr lang="fr-FR"/>
        </a:p>
      </dgm:t>
    </dgm:pt>
    <dgm:pt modelId="{AD3AF602-CF51-4E97-BB51-451C0A48E301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0CA33017-4F1E-4D9C-95DE-992A70BB9F61}" type="parTrans" cxnId="{7874B009-A179-47D5-809D-97913464406C}">
      <dgm:prSet/>
      <dgm:spPr/>
      <dgm:t>
        <a:bodyPr/>
        <a:lstStyle/>
        <a:p>
          <a:endParaRPr lang="fr-FR"/>
        </a:p>
      </dgm:t>
    </dgm:pt>
    <dgm:pt modelId="{D98171EA-6553-4623-B5F9-8974DDFD53FF}" type="sibTrans" cxnId="{7874B009-A179-47D5-809D-97913464406C}">
      <dgm:prSet/>
      <dgm:spPr/>
      <dgm:t>
        <a:bodyPr/>
        <a:lstStyle/>
        <a:p>
          <a:endParaRPr lang="fr-FR"/>
        </a:p>
      </dgm:t>
    </dgm:pt>
    <dgm:pt modelId="{0782E36D-FEEE-437E-9E43-7DCF84C5F054}">
      <dgm:prSet phldrT="[Texte]" custT="1"/>
      <dgm:spPr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28575" tIns="19050" rIns="28575" bIns="190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Protocole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Dean Stark</a:t>
          </a:r>
        </a:p>
      </dgm:t>
    </dgm:pt>
    <dgm:pt modelId="{8A5A4969-2579-4EBC-9D6A-27BBD136EE88}" type="parTrans" cxnId="{695FCC16-8DBF-4F5C-9812-08F74FF9DD4B}">
      <dgm:prSet/>
      <dgm:spPr/>
      <dgm:t>
        <a:bodyPr/>
        <a:lstStyle/>
        <a:p>
          <a:endParaRPr lang="fr-FR"/>
        </a:p>
      </dgm:t>
    </dgm:pt>
    <dgm:pt modelId="{EDD7E4C6-84FC-4CB8-BE2C-E92289550B16}" type="sibTrans" cxnId="{695FCC16-8DBF-4F5C-9812-08F74FF9DD4B}">
      <dgm:prSet/>
      <dgm:spPr/>
      <dgm:t>
        <a:bodyPr/>
        <a:lstStyle/>
        <a:p>
          <a:endParaRPr lang="fr-FR"/>
        </a:p>
      </dgm:t>
    </dgm:pt>
    <dgm:pt modelId="{95C11F6C-64FC-4B2D-A51E-44EAB2F5FCDD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EAA4AD08-0586-49D2-A7EA-A00C8C0B9AEE}" type="parTrans" cxnId="{96518652-A9DB-4DAE-ABC2-655623404E21}">
      <dgm:prSet/>
      <dgm:spPr/>
      <dgm:t>
        <a:bodyPr/>
        <a:lstStyle/>
        <a:p>
          <a:endParaRPr lang="fr-FR"/>
        </a:p>
      </dgm:t>
    </dgm:pt>
    <dgm:pt modelId="{EA52E8E8-1D8F-4D8A-B8FB-3194D614E86F}" type="sibTrans" cxnId="{96518652-A9DB-4DAE-ABC2-655623404E21}">
      <dgm:prSet/>
      <dgm:spPr/>
      <dgm:t>
        <a:bodyPr/>
        <a:lstStyle/>
        <a:p>
          <a:endParaRPr lang="fr-FR"/>
        </a:p>
      </dgm:t>
    </dgm:pt>
    <dgm:pt modelId="{C7C95317-4973-48E6-B040-1D6984486778}">
      <dgm:prSet phldrT="[Texte]"/>
      <dgm:spPr/>
      <dgm:t>
        <a:bodyPr/>
        <a:lstStyle/>
        <a:p>
          <a:r>
            <a:rPr lang="fr-FR" dirty="0"/>
            <a:t>IR</a:t>
          </a:r>
        </a:p>
      </dgm:t>
    </dgm:pt>
    <dgm:pt modelId="{13DDF741-0128-44B1-B9D9-3F619BA625CA}" type="parTrans" cxnId="{3C11FCBA-776D-48F8-AEA7-B2A578ABB113}">
      <dgm:prSet/>
      <dgm:spPr/>
      <dgm:t>
        <a:bodyPr/>
        <a:lstStyle/>
        <a:p>
          <a:endParaRPr lang="fr-FR"/>
        </a:p>
      </dgm:t>
    </dgm:pt>
    <dgm:pt modelId="{27C8678C-FBFC-45E5-84F5-3E373B1B6042}" type="sibTrans" cxnId="{3C11FCBA-776D-48F8-AEA7-B2A578ABB113}">
      <dgm:prSet/>
      <dgm:spPr/>
      <dgm:t>
        <a:bodyPr/>
        <a:lstStyle/>
        <a:p>
          <a:endParaRPr lang="fr-FR"/>
        </a:p>
      </dgm:t>
    </dgm:pt>
    <dgm:pt modelId="{0D6C62E4-5CD0-4031-9B98-E2EA76B69F82}">
      <dgm:prSet phldrT="[Texte]"/>
      <dgm:spPr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28575" tIns="19050" rIns="28575" bIns="19050" numCol="1" spcCol="1270" anchor="ctr" anchorCtr="0"/>
        <a:lstStyle/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</a:t>
          </a:r>
        </a:p>
        <a:p>
          <a:r>
            <a: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Chlorure d’</a:t>
          </a:r>
          <a:r>
            <a:rPr lang="fr-FR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alcanolye</a:t>
          </a:r>
          <a:endParaRPr lang="fr-FR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F1726E-EC83-4CF1-AE56-1A07C18D9C39}" type="parTrans" cxnId="{AAA2B245-AE0E-4F12-AFA1-A37E93AC694F}">
      <dgm:prSet/>
      <dgm:spPr/>
      <dgm:t>
        <a:bodyPr/>
        <a:lstStyle/>
        <a:p>
          <a:endParaRPr lang="fr-FR"/>
        </a:p>
      </dgm:t>
    </dgm:pt>
    <dgm:pt modelId="{64F5C387-F30B-4E80-BFCC-963CB12E9DF5}" type="sibTrans" cxnId="{AAA2B245-AE0E-4F12-AFA1-A37E93AC694F}">
      <dgm:prSet/>
      <dgm:spPr/>
      <dgm:t>
        <a:bodyPr/>
        <a:lstStyle/>
        <a:p>
          <a:endParaRPr lang="fr-FR"/>
        </a:p>
      </dgm:t>
    </dgm:pt>
    <dgm:pt modelId="{798048CF-F349-40C4-B0CA-71932A342E2E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34B55500-5417-44C5-82E2-BDC22153E3C3}" type="parTrans" cxnId="{FDE1F6C0-6CBC-4FA0-9C94-208258E831E5}">
      <dgm:prSet/>
      <dgm:spPr/>
      <dgm:t>
        <a:bodyPr/>
        <a:lstStyle/>
        <a:p>
          <a:endParaRPr lang="fr-FR"/>
        </a:p>
      </dgm:t>
    </dgm:pt>
    <dgm:pt modelId="{91979EB8-6F75-42BF-81D9-C6A7303C363A}" type="sibTrans" cxnId="{FDE1F6C0-6CBC-4FA0-9C94-208258E831E5}">
      <dgm:prSet/>
      <dgm:spPr/>
      <dgm:t>
        <a:bodyPr/>
        <a:lstStyle/>
        <a:p>
          <a:endParaRPr lang="fr-FR"/>
        </a:p>
      </dgm:t>
    </dgm:pt>
    <dgm:pt modelId="{21BB4213-FBB4-4373-9F42-AA984D814F74}">
      <dgm:prSet phldrT="[Texte]"/>
      <dgm:spPr/>
      <dgm:t>
        <a:bodyPr/>
        <a:lstStyle/>
        <a:p>
          <a:r>
            <a:rPr lang="fr-FR" dirty="0"/>
            <a:t>CPG</a:t>
          </a:r>
        </a:p>
      </dgm:t>
    </dgm:pt>
    <dgm:pt modelId="{A4C79B3B-1944-40B3-B9ED-EED57FCD16AF}" type="parTrans" cxnId="{04BA1BD0-D3DC-442D-B47B-9DAD4974C904}">
      <dgm:prSet/>
      <dgm:spPr/>
      <dgm:t>
        <a:bodyPr/>
        <a:lstStyle/>
        <a:p>
          <a:endParaRPr lang="fr-FR"/>
        </a:p>
      </dgm:t>
    </dgm:pt>
    <dgm:pt modelId="{443F4F7C-F1D9-4CB2-A568-588954EDA9AB}" type="sibTrans" cxnId="{04BA1BD0-D3DC-442D-B47B-9DAD4974C904}">
      <dgm:prSet/>
      <dgm:spPr/>
      <dgm:t>
        <a:bodyPr/>
        <a:lstStyle/>
        <a:p>
          <a:endParaRPr lang="fr-FR"/>
        </a:p>
      </dgm:t>
    </dgm:pt>
    <dgm:pt modelId="{45A79EF5-DA1D-4D35-A570-0056F67E8546}">
      <dgm:prSet phldrT="[Texte]"/>
      <dgm:spPr/>
      <dgm:t>
        <a:bodyPr/>
        <a:lstStyle/>
        <a:p>
          <a:r>
            <a:rPr lang="fr-FR" dirty="0"/>
            <a:t>IR</a:t>
          </a:r>
        </a:p>
      </dgm:t>
    </dgm:pt>
    <dgm:pt modelId="{8FDE8426-9296-4EAC-AF9E-968333A5EE70}" type="parTrans" cxnId="{BFE1EA6A-0ABA-473C-A09A-8ECB184E2AA1}">
      <dgm:prSet/>
      <dgm:spPr/>
      <dgm:t>
        <a:bodyPr/>
        <a:lstStyle/>
        <a:p>
          <a:endParaRPr lang="fr-FR"/>
        </a:p>
      </dgm:t>
    </dgm:pt>
    <dgm:pt modelId="{06D3B9A0-FE96-4A64-A41B-88CAA3DA2F45}" type="sibTrans" cxnId="{BFE1EA6A-0ABA-473C-A09A-8ECB184E2AA1}">
      <dgm:prSet/>
      <dgm:spPr/>
      <dgm:t>
        <a:bodyPr/>
        <a:lstStyle/>
        <a:p>
          <a:endParaRPr lang="fr-FR"/>
        </a:p>
      </dgm:t>
    </dgm:pt>
    <dgm:pt modelId="{3B87AAF5-5546-43AB-A973-25F12CA4BA8A}">
      <dgm:prSet/>
      <dgm:spPr/>
      <dgm:t>
        <a:bodyPr/>
        <a:lstStyle/>
        <a:p>
          <a:r>
            <a:rPr lang="fr-FR" dirty="0"/>
            <a:t>IR</a:t>
          </a:r>
        </a:p>
      </dgm:t>
    </dgm:pt>
    <dgm:pt modelId="{37E85AD6-BD10-47F2-A2AD-F2627482F3F8}" type="parTrans" cxnId="{4101D3E2-36C9-4D17-942D-DF683024CB94}">
      <dgm:prSet/>
      <dgm:spPr/>
      <dgm:t>
        <a:bodyPr/>
        <a:lstStyle/>
        <a:p>
          <a:endParaRPr lang="fr-FR"/>
        </a:p>
      </dgm:t>
    </dgm:pt>
    <dgm:pt modelId="{EA3EEE76-0402-4ABD-8E47-0D6D9FBC9024}" type="sibTrans" cxnId="{4101D3E2-36C9-4D17-942D-DF683024CB94}">
      <dgm:prSet/>
      <dgm:spPr/>
      <dgm:t>
        <a:bodyPr/>
        <a:lstStyle/>
        <a:p>
          <a:endParaRPr lang="fr-FR"/>
        </a:p>
      </dgm:t>
    </dgm:pt>
    <dgm:pt modelId="{CE968CEE-8EE0-4A7A-AADB-47B1C75CDC7C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A608F012-2E31-4487-8EBA-0E030D9FE5AA}" type="parTrans" cxnId="{FF2A9829-01DC-4EB2-B6AD-9DEB82111742}">
      <dgm:prSet/>
      <dgm:spPr/>
      <dgm:t>
        <a:bodyPr/>
        <a:lstStyle/>
        <a:p>
          <a:endParaRPr lang="fr-FR"/>
        </a:p>
      </dgm:t>
    </dgm:pt>
    <dgm:pt modelId="{EDE5D659-9B00-46D8-B89E-39128BEDA2FD}" type="sibTrans" cxnId="{FF2A9829-01DC-4EB2-B6AD-9DEB82111742}">
      <dgm:prSet/>
      <dgm:spPr/>
      <dgm:t>
        <a:bodyPr/>
        <a:lstStyle/>
        <a:p>
          <a:endParaRPr lang="fr-FR"/>
        </a:p>
      </dgm:t>
    </dgm:pt>
    <dgm:pt modelId="{9D41EBE0-7007-464D-82D5-0A9A9B23FE38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344342E9-BACB-48E3-A0A8-6C0B3AE4151B}" type="parTrans" cxnId="{BF129CA7-5AB9-463E-86A6-FE5B5EE284B8}">
      <dgm:prSet/>
      <dgm:spPr/>
      <dgm:t>
        <a:bodyPr/>
        <a:lstStyle/>
        <a:p>
          <a:endParaRPr lang="fr-FR"/>
        </a:p>
      </dgm:t>
    </dgm:pt>
    <dgm:pt modelId="{E76E6D71-6D32-4B33-B9A1-8A00CBBA86AE}" type="sibTrans" cxnId="{BF129CA7-5AB9-463E-86A6-FE5B5EE284B8}">
      <dgm:prSet/>
      <dgm:spPr/>
      <dgm:t>
        <a:bodyPr/>
        <a:lstStyle/>
        <a:p>
          <a:endParaRPr lang="fr-FR"/>
        </a:p>
      </dgm:t>
    </dgm:pt>
    <dgm:pt modelId="{7848238C-D48D-4A84-BCB9-860E36E17FFD}" type="pres">
      <dgm:prSet presAssocID="{D932AA29-0950-4CCA-8987-F1A34360153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EA31DA-9CEB-410F-9644-1A9DCBD869C3}" type="pres">
      <dgm:prSet presAssocID="{0200F0B2-316E-4616-A13C-741FB710C0DA}" presName="root" presStyleCnt="0"/>
      <dgm:spPr/>
    </dgm:pt>
    <dgm:pt modelId="{B27FCA5C-C275-4954-8C92-81043E493895}" type="pres">
      <dgm:prSet presAssocID="{0200F0B2-316E-4616-A13C-741FB710C0DA}" presName="rootComposite" presStyleCnt="0"/>
      <dgm:spPr/>
    </dgm:pt>
    <dgm:pt modelId="{F81DF387-DAFE-4D7F-A9DD-CF2276A617C3}" type="pres">
      <dgm:prSet presAssocID="{0200F0B2-316E-4616-A13C-741FB710C0DA}" presName="rootText" presStyleLbl="node1" presStyleIdx="0" presStyleCnt="3"/>
      <dgm:spPr/>
    </dgm:pt>
    <dgm:pt modelId="{9E559D7E-4CF3-4765-8EBF-7C28C377BA11}" type="pres">
      <dgm:prSet presAssocID="{0200F0B2-316E-4616-A13C-741FB710C0DA}" presName="rootConnector" presStyleLbl="node1" presStyleIdx="0" presStyleCnt="3"/>
      <dgm:spPr/>
    </dgm:pt>
    <dgm:pt modelId="{D70FAED2-DE01-4265-8B94-D42263858322}" type="pres">
      <dgm:prSet presAssocID="{0200F0B2-316E-4616-A13C-741FB710C0DA}" presName="childShape" presStyleCnt="0"/>
      <dgm:spPr/>
    </dgm:pt>
    <dgm:pt modelId="{96301E7E-A24E-4B5E-A6EE-5DC18BFD17E7}" type="pres">
      <dgm:prSet presAssocID="{0CA33017-4F1E-4D9C-95DE-992A70BB9F61}" presName="Name13" presStyleLbl="parChTrans1D2" presStyleIdx="0" presStyleCnt="9"/>
      <dgm:spPr/>
    </dgm:pt>
    <dgm:pt modelId="{E9C1F6A9-C0E3-4797-949B-F5F514C423E1}" type="pres">
      <dgm:prSet presAssocID="{AD3AF602-CF51-4E97-BB51-451C0A48E301}" presName="childText" presStyleLbl="bgAcc1" presStyleIdx="0" presStyleCnt="9" custScaleX="69912" custScaleY="66187">
        <dgm:presLayoutVars>
          <dgm:bulletEnabled val="1"/>
        </dgm:presLayoutVars>
      </dgm:prSet>
      <dgm:spPr/>
    </dgm:pt>
    <dgm:pt modelId="{67BE5074-A8F8-43BC-A7F8-65A692D9C853}" type="pres">
      <dgm:prSet presAssocID="{37E85AD6-BD10-47F2-A2AD-F2627482F3F8}" presName="Name13" presStyleLbl="parChTrans1D2" presStyleIdx="1" presStyleCnt="9"/>
      <dgm:spPr/>
    </dgm:pt>
    <dgm:pt modelId="{FC021C13-26DA-43A4-AA5F-167D831C1000}" type="pres">
      <dgm:prSet presAssocID="{3B87AAF5-5546-43AB-A973-25F12CA4BA8A}" presName="childText" presStyleLbl="bgAcc1" presStyleIdx="1" presStyleCnt="9" custScaleX="69912" custScaleY="66187">
        <dgm:presLayoutVars>
          <dgm:bulletEnabled val="1"/>
        </dgm:presLayoutVars>
      </dgm:prSet>
      <dgm:spPr/>
    </dgm:pt>
    <dgm:pt modelId="{4DB381D8-4762-428A-9992-1EC6186F24DF}" type="pres">
      <dgm:prSet presAssocID="{344342E9-BACB-48E3-A0A8-6C0B3AE4151B}" presName="Name13" presStyleLbl="parChTrans1D2" presStyleIdx="2" presStyleCnt="9"/>
      <dgm:spPr/>
    </dgm:pt>
    <dgm:pt modelId="{531DB578-3690-478F-AA53-226968D65EB3}" type="pres">
      <dgm:prSet presAssocID="{9D41EBE0-7007-464D-82D5-0A9A9B23FE38}" presName="childText" presStyleLbl="bgAcc1" presStyleIdx="2" presStyleCnt="9" custScaleX="69912" custScaleY="66187">
        <dgm:presLayoutVars>
          <dgm:bulletEnabled val="1"/>
        </dgm:presLayoutVars>
      </dgm:prSet>
      <dgm:spPr/>
    </dgm:pt>
    <dgm:pt modelId="{FDC273B3-8EAB-450C-B4AC-E5AE00CA101C}" type="pres">
      <dgm:prSet presAssocID="{0782E36D-FEEE-437E-9E43-7DCF84C5F054}" presName="root" presStyleCnt="0"/>
      <dgm:spPr/>
    </dgm:pt>
    <dgm:pt modelId="{7D1C4061-A8EB-4578-B979-58F2279154DC}" type="pres">
      <dgm:prSet presAssocID="{0782E36D-FEEE-437E-9E43-7DCF84C5F054}" presName="rootComposite" presStyleCnt="0"/>
      <dgm:spPr/>
    </dgm:pt>
    <dgm:pt modelId="{421FFF64-5CCC-43DA-91DA-E388F7DA8182}" type="pres">
      <dgm:prSet presAssocID="{0782E36D-FEEE-437E-9E43-7DCF84C5F054}" presName="rootText" presStyleLbl="node1" presStyleIdx="1" presStyleCnt="3"/>
      <dgm:spPr>
        <a:xfrm>
          <a:off x="2611065" y="3415"/>
          <a:ext cx="2004169" cy="1002084"/>
        </a:xfrm>
        <a:prstGeom prst="roundRect">
          <a:avLst>
            <a:gd name="adj" fmla="val 10000"/>
          </a:avLst>
        </a:prstGeom>
      </dgm:spPr>
    </dgm:pt>
    <dgm:pt modelId="{C4183B87-0CAB-4DB0-A9D0-E79DC05EE82E}" type="pres">
      <dgm:prSet presAssocID="{0782E36D-FEEE-437E-9E43-7DCF84C5F054}" presName="rootConnector" presStyleLbl="node1" presStyleIdx="1" presStyleCnt="3"/>
      <dgm:spPr/>
    </dgm:pt>
    <dgm:pt modelId="{EA630F7E-1652-4789-AA36-FC5CBD20DA9F}" type="pres">
      <dgm:prSet presAssocID="{0782E36D-FEEE-437E-9E43-7DCF84C5F054}" presName="childShape" presStyleCnt="0"/>
      <dgm:spPr/>
    </dgm:pt>
    <dgm:pt modelId="{A21C188A-088B-4EDF-ACAC-0D147BC05DEC}" type="pres">
      <dgm:prSet presAssocID="{A4C79B3B-1944-40B3-B9ED-EED57FCD16AF}" presName="Name13" presStyleLbl="parChTrans1D2" presStyleIdx="3" presStyleCnt="9"/>
      <dgm:spPr/>
    </dgm:pt>
    <dgm:pt modelId="{6621AA71-1421-487E-A614-93E468F6768E}" type="pres">
      <dgm:prSet presAssocID="{21BB4213-FBB4-4373-9F42-AA984D814F74}" presName="childText" presStyleLbl="bgAcc1" presStyleIdx="3" presStyleCnt="9" custScaleX="69912" custScaleY="66187">
        <dgm:presLayoutVars>
          <dgm:bulletEnabled val="1"/>
        </dgm:presLayoutVars>
      </dgm:prSet>
      <dgm:spPr/>
    </dgm:pt>
    <dgm:pt modelId="{62E5B405-21D2-4336-BD6D-88146C7A073B}" type="pres">
      <dgm:prSet presAssocID="{8FDE8426-9296-4EAC-AF9E-968333A5EE70}" presName="Name13" presStyleLbl="parChTrans1D2" presStyleIdx="4" presStyleCnt="9"/>
      <dgm:spPr/>
    </dgm:pt>
    <dgm:pt modelId="{33C774DE-F8E7-440C-A002-E5EFA8429C9A}" type="pres">
      <dgm:prSet presAssocID="{45A79EF5-DA1D-4D35-A570-0056F67E8546}" presName="childText" presStyleLbl="bgAcc1" presStyleIdx="4" presStyleCnt="9" custScaleX="69912" custScaleY="66187">
        <dgm:presLayoutVars>
          <dgm:bulletEnabled val="1"/>
        </dgm:presLayoutVars>
      </dgm:prSet>
      <dgm:spPr/>
    </dgm:pt>
    <dgm:pt modelId="{E74D022D-DE5E-41BC-8C01-F2228B33BE39}" type="pres">
      <dgm:prSet presAssocID="{34B55500-5417-44C5-82E2-BDC22153E3C3}" presName="Name13" presStyleLbl="parChTrans1D2" presStyleIdx="5" presStyleCnt="9"/>
      <dgm:spPr/>
    </dgm:pt>
    <dgm:pt modelId="{BE338C69-AA57-4683-8434-CD031035CF38}" type="pres">
      <dgm:prSet presAssocID="{798048CF-F349-40C4-B0CA-71932A342E2E}" presName="childText" presStyleLbl="bgAcc1" presStyleIdx="5" presStyleCnt="9" custScaleX="69912" custScaleY="66187">
        <dgm:presLayoutVars>
          <dgm:bulletEnabled val="1"/>
        </dgm:presLayoutVars>
      </dgm:prSet>
      <dgm:spPr/>
    </dgm:pt>
    <dgm:pt modelId="{615CFCEE-81DD-49C8-98AB-3B26A829A0F2}" type="pres">
      <dgm:prSet presAssocID="{0D6C62E4-5CD0-4031-9B98-E2EA76B69F82}" presName="root" presStyleCnt="0"/>
      <dgm:spPr/>
    </dgm:pt>
    <dgm:pt modelId="{8B544DEE-562F-48D3-8628-59E521571D30}" type="pres">
      <dgm:prSet presAssocID="{0D6C62E4-5CD0-4031-9B98-E2EA76B69F82}" presName="rootComposite" presStyleCnt="0"/>
      <dgm:spPr/>
    </dgm:pt>
    <dgm:pt modelId="{9B635D08-6793-4560-8A44-90CE35809EF7}" type="pres">
      <dgm:prSet presAssocID="{0D6C62E4-5CD0-4031-9B98-E2EA76B69F82}" presName="rootText" presStyleLbl="node1" presStyleIdx="2" presStyleCnt="3"/>
      <dgm:spPr>
        <a:xfrm>
          <a:off x="5116276" y="3415"/>
          <a:ext cx="2004169" cy="1002084"/>
        </a:xfrm>
        <a:prstGeom prst="roundRect">
          <a:avLst>
            <a:gd name="adj" fmla="val 10000"/>
          </a:avLst>
        </a:prstGeom>
      </dgm:spPr>
    </dgm:pt>
    <dgm:pt modelId="{AB49CDBA-6D84-4D0F-9B73-AE5EE97B3E48}" type="pres">
      <dgm:prSet presAssocID="{0D6C62E4-5CD0-4031-9B98-E2EA76B69F82}" presName="rootConnector" presStyleLbl="node1" presStyleIdx="2" presStyleCnt="3"/>
      <dgm:spPr/>
    </dgm:pt>
    <dgm:pt modelId="{E828EC76-60DC-4FC3-B065-093E9A08E823}" type="pres">
      <dgm:prSet presAssocID="{0D6C62E4-5CD0-4031-9B98-E2EA76B69F82}" presName="childShape" presStyleCnt="0"/>
      <dgm:spPr/>
    </dgm:pt>
    <dgm:pt modelId="{11547E23-0862-4E3F-B130-0D16CB06423E}" type="pres">
      <dgm:prSet presAssocID="{EAA4AD08-0586-49D2-A7EA-A00C8C0B9AEE}" presName="Name13" presStyleLbl="parChTrans1D2" presStyleIdx="6" presStyleCnt="9"/>
      <dgm:spPr/>
    </dgm:pt>
    <dgm:pt modelId="{70EF2648-4534-4929-9EDA-6A7CC8AE99BE}" type="pres">
      <dgm:prSet presAssocID="{95C11F6C-64FC-4B2D-A51E-44EAB2F5FCDD}" presName="childText" presStyleLbl="bgAcc1" presStyleIdx="6" presStyleCnt="9" custScaleX="69912" custScaleY="66187">
        <dgm:presLayoutVars>
          <dgm:bulletEnabled val="1"/>
        </dgm:presLayoutVars>
      </dgm:prSet>
      <dgm:spPr/>
    </dgm:pt>
    <dgm:pt modelId="{206625E4-1CC6-409B-BE54-E90ED13AE956}" type="pres">
      <dgm:prSet presAssocID="{13DDF741-0128-44B1-B9D9-3F619BA625CA}" presName="Name13" presStyleLbl="parChTrans1D2" presStyleIdx="7" presStyleCnt="9"/>
      <dgm:spPr/>
    </dgm:pt>
    <dgm:pt modelId="{8878EC09-AA84-421B-AA87-EA5CAFE40F3E}" type="pres">
      <dgm:prSet presAssocID="{C7C95317-4973-48E6-B040-1D6984486778}" presName="childText" presStyleLbl="bgAcc1" presStyleIdx="7" presStyleCnt="9" custScaleX="69912" custScaleY="66187">
        <dgm:presLayoutVars>
          <dgm:bulletEnabled val="1"/>
        </dgm:presLayoutVars>
      </dgm:prSet>
      <dgm:spPr/>
    </dgm:pt>
    <dgm:pt modelId="{543941E6-4C62-4571-9D3B-C49115E85CD7}" type="pres">
      <dgm:prSet presAssocID="{A608F012-2E31-4487-8EBA-0E030D9FE5AA}" presName="Name13" presStyleLbl="parChTrans1D2" presStyleIdx="8" presStyleCnt="9"/>
      <dgm:spPr/>
    </dgm:pt>
    <dgm:pt modelId="{EE6C8727-595B-4C70-B3B2-8A693D3E999D}" type="pres">
      <dgm:prSet presAssocID="{CE968CEE-8EE0-4A7A-AADB-47B1C75CDC7C}" presName="childText" presStyleLbl="bgAcc1" presStyleIdx="8" presStyleCnt="9" custScaleX="69912" custScaleY="66187">
        <dgm:presLayoutVars>
          <dgm:bulletEnabled val="1"/>
        </dgm:presLayoutVars>
      </dgm:prSet>
      <dgm:spPr/>
    </dgm:pt>
  </dgm:ptLst>
  <dgm:cxnLst>
    <dgm:cxn modelId="{15563002-3AB7-42B7-986D-6E8B0C334864}" type="presOf" srcId="{0200F0B2-316E-4616-A13C-741FB710C0DA}" destId="{9E559D7E-4CF3-4765-8EBF-7C28C377BA11}" srcOrd="1" destOrd="0" presId="urn:microsoft.com/office/officeart/2005/8/layout/hierarchy3"/>
    <dgm:cxn modelId="{7874B009-A179-47D5-809D-97913464406C}" srcId="{0200F0B2-316E-4616-A13C-741FB710C0DA}" destId="{AD3AF602-CF51-4E97-BB51-451C0A48E301}" srcOrd="0" destOrd="0" parTransId="{0CA33017-4F1E-4D9C-95DE-992A70BB9F61}" sibTransId="{D98171EA-6553-4623-B5F9-8974DDFD53FF}"/>
    <dgm:cxn modelId="{C7239B0E-8DDA-4DBE-B63B-111579D3101A}" type="presOf" srcId="{8FDE8426-9296-4EAC-AF9E-968333A5EE70}" destId="{62E5B405-21D2-4336-BD6D-88146C7A073B}" srcOrd="0" destOrd="0" presId="urn:microsoft.com/office/officeart/2005/8/layout/hierarchy3"/>
    <dgm:cxn modelId="{695FCC16-8DBF-4F5C-9812-08F74FF9DD4B}" srcId="{D932AA29-0950-4CCA-8987-F1A343601530}" destId="{0782E36D-FEEE-437E-9E43-7DCF84C5F054}" srcOrd="1" destOrd="0" parTransId="{8A5A4969-2579-4EBC-9D6A-27BBD136EE88}" sibTransId="{EDD7E4C6-84FC-4CB8-BE2C-E92289550B16}"/>
    <dgm:cxn modelId="{CE337C1F-1508-46A2-A7C4-1A6708548123}" type="presOf" srcId="{34B55500-5417-44C5-82E2-BDC22153E3C3}" destId="{E74D022D-DE5E-41BC-8C01-F2228B33BE39}" srcOrd="0" destOrd="0" presId="urn:microsoft.com/office/officeart/2005/8/layout/hierarchy3"/>
    <dgm:cxn modelId="{43E0CE24-A43F-4639-B89B-5FCEB1ACC5E6}" type="presOf" srcId="{0782E36D-FEEE-437E-9E43-7DCF84C5F054}" destId="{C4183B87-0CAB-4DB0-A9D0-E79DC05EE82E}" srcOrd="1" destOrd="0" presId="urn:microsoft.com/office/officeart/2005/8/layout/hierarchy3"/>
    <dgm:cxn modelId="{0B4F7529-6A64-4879-BF21-F269F6E0E5B7}" type="presOf" srcId="{A608F012-2E31-4487-8EBA-0E030D9FE5AA}" destId="{543941E6-4C62-4571-9D3B-C49115E85CD7}" srcOrd="0" destOrd="0" presId="urn:microsoft.com/office/officeart/2005/8/layout/hierarchy3"/>
    <dgm:cxn modelId="{FF2A9829-01DC-4EB2-B6AD-9DEB82111742}" srcId="{0D6C62E4-5CD0-4031-9B98-E2EA76B69F82}" destId="{CE968CEE-8EE0-4A7A-AADB-47B1C75CDC7C}" srcOrd="2" destOrd="0" parTransId="{A608F012-2E31-4487-8EBA-0E030D9FE5AA}" sibTransId="{EDE5D659-9B00-46D8-B89E-39128BEDA2FD}"/>
    <dgm:cxn modelId="{DCA58532-DCA4-4193-893E-D1694D75FD20}" type="presOf" srcId="{798048CF-F349-40C4-B0CA-71932A342E2E}" destId="{BE338C69-AA57-4683-8434-CD031035CF38}" srcOrd="0" destOrd="0" presId="urn:microsoft.com/office/officeart/2005/8/layout/hierarchy3"/>
    <dgm:cxn modelId="{BE35C736-6C3A-4322-9C53-65512E657435}" type="presOf" srcId="{21BB4213-FBB4-4373-9F42-AA984D814F74}" destId="{6621AA71-1421-487E-A614-93E468F6768E}" srcOrd="0" destOrd="0" presId="urn:microsoft.com/office/officeart/2005/8/layout/hierarchy3"/>
    <dgm:cxn modelId="{47DF523A-7108-4F76-9E89-C082A2D0F52B}" type="presOf" srcId="{95C11F6C-64FC-4B2D-A51E-44EAB2F5FCDD}" destId="{70EF2648-4534-4929-9EDA-6A7CC8AE99BE}" srcOrd="0" destOrd="0" presId="urn:microsoft.com/office/officeart/2005/8/layout/hierarchy3"/>
    <dgm:cxn modelId="{9EA4393C-97A4-46DD-ADF8-AE7312EC79F4}" type="presOf" srcId="{0D6C62E4-5CD0-4031-9B98-E2EA76B69F82}" destId="{AB49CDBA-6D84-4D0F-9B73-AE5EE97B3E48}" srcOrd="1" destOrd="0" presId="urn:microsoft.com/office/officeart/2005/8/layout/hierarchy3"/>
    <dgm:cxn modelId="{2F5DBA3E-DCE3-4A92-BBBE-43F9E214406A}" type="presOf" srcId="{AD3AF602-CF51-4E97-BB51-451C0A48E301}" destId="{E9C1F6A9-C0E3-4797-949B-F5F514C423E1}" srcOrd="0" destOrd="0" presId="urn:microsoft.com/office/officeart/2005/8/layout/hierarchy3"/>
    <dgm:cxn modelId="{AAA2B245-AE0E-4F12-AFA1-A37E93AC694F}" srcId="{D932AA29-0950-4CCA-8987-F1A343601530}" destId="{0D6C62E4-5CD0-4031-9B98-E2EA76B69F82}" srcOrd="2" destOrd="0" parTransId="{E3F1726E-EC83-4CF1-AE56-1A07C18D9C39}" sibTransId="{64F5C387-F30B-4E80-BFCC-963CB12E9DF5}"/>
    <dgm:cxn modelId="{BFE1EA6A-0ABA-473C-A09A-8ECB184E2AA1}" srcId="{0782E36D-FEEE-437E-9E43-7DCF84C5F054}" destId="{45A79EF5-DA1D-4D35-A570-0056F67E8546}" srcOrd="1" destOrd="0" parTransId="{8FDE8426-9296-4EAC-AF9E-968333A5EE70}" sibTransId="{06D3B9A0-FE96-4A64-A41B-88CAA3DA2F45}"/>
    <dgm:cxn modelId="{96518652-A9DB-4DAE-ABC2-655623404E21}" srcId="{0D6C62E4-5CD0-4031-9B98-E2EA76B69F82}" destId="{95C11F6C-64FC-4B2D-A51E-44EAB2F5FCDD}" srcOrd="0" destOrd="0" parTransId="{EAA4AD08-0586-49D2-A7EA-A00C8C0B9AEE}" sibTransId="{EA52E8E8-1D8F-4D8A-B8FB-3194D614E86F}"/>
    <dgm:cxn modelId="{41265E90-4D62-4329-B9E8-2E3C2AA866A2}" type="presOf" srcId="{A4C79B3B-1944-40B3-B9ED-EED57FCD16AF}" destId="{A21C188A-088B-4EDF-ACAC-0D147BC05DEC}" srcOrd="0" destOrd="0" presId="urn:microsoft.com/office/officeart/2005/8/layout/hierarchy3"/>
    <dgm:cxn modelId="{F3E14496-2359-4808-B8EF-D07ADE9B7DE6}" type="presOf" srcId="{D932AA29-0950-4CCA-8987-F1A343601530}" destId="{7848238C-D48D-4A84-BCB9-860E36E17FFD}" srcOrd="0" destOrd="0" presId="urn:microsoft.com/office/officeart/2005/8/layout/hierarchy3"/>
    <dgm:cxn modelId="{BF129CA7-5AB9-463E-86A6-FE5B5EE284B8}" srcId="{0200F0B2-316E-4616-A13C-741FB710C0DA}" destId="{9D41EBE0-7007-464D-82D5-0A9A9B23FE38}" srcOrd="2" destOrd="0" parTransId="{344342E9-BACB-48E3-A0A8-6C0B3AE4151B}" sibTransId="{E76E6D71-6D32-4B33-B9A1-8A00CBBA86AE}"/>
    <dgm:cxn modelId="{333108B0-99D6-4258-81EB-DFC054971FB3}" type="presOf" srcId="{9D41EBE0-7007-464D-82D5-0A9A9B23FE38}" destId="{531DB578-3690-478F-AA53-226968D65EB3}" srcOrd="0" destOrd="0" presId="urn:microsoft.com/office/officeart/2005/8/layout/hierarchy3"/>
    <dgm:cxn modelId="{3C11FCBA-776D-48F8-AEA7-B2A578ABB113}" srcId="{0D6C62E4-5CD0-4031-9B98-E2EA76B69F82}" destId="{C7C95317-4973-48E6-B040-1D6984486778}" srcOrd="1" destOrd="0" parTransId="{13DDF741-0128-44B1-B9D9-3F619BA625CA}" sibTransId="{27C8678C-FBFC-45E5-84F5-3E373B1B6042}"/>
    <dgm:cxn modelId="{FDE1F6C0-6CBC-4FA0-9C94-208258E831E5}" srcId="{0782E36D-FEEE-437E-9E43-7DCF84C5F054}" destId="{798048CF-F349-40C4-B0CA-71932A342E2E}" srcOrd="2" destOrd="0" parTransId="{34B55500-5417-44C5-82E2-BDC22153E3C3}" sibTransId="{91979EB8-6F75-42BF-81D9-C6A7303C363A}"/>
    <dgm:cxn modelId="{A5945BC4-F2BF-4BBC-83CC-C9C3FA3F156A}" type="presOf" srcId="{0D6C62E4-5CD0-4031-9B98-E2EA76B69F82}" destId="{9B635D08-6793-4560-8A44-90CE35809EF7}" srcOrd="0" destOrd="0" presId="urn:microsoft.com/office/officeart/2005/8/layout/hierarchy3"/>
    <dgm:cxn modelId="{04BA1BD0-D3DC-442D-B47B-9DAD4974C904}" srcId="{0782E36D-FEEE-437E-9E43-7DCF84C5F054}" destId="{21BB4213-FBB4-4373-9F42-AA984D814F74}" srcOrd="0" destOrd="0" parTransId="{A4C79B3B-1944-40B3-B9ED-EED57FCD16AF}" sibTransId="{443F4F7C-F1D9-4CB2-A568-588954EDA9AB}"/>
    <dgm:cxn modelId="{44681FD2-DDA0-4D60-BE68-52E08A6F9454}" type="presOf" srcId="{0782E36D-FEEE-437E-9E43-7DCF84C5F054}" destId="{421FFF64-5CCC-43DA-91DA-E388F7DA8182}" srcOrd="0" destOrd="0" presId="urn:microsoft.com/office/officeart/2005/8/layout/hierarchy3"/>
    <dgm:cxn modelId="{F3BE42DA-C060-4369-8E1F-09D40811341B}" type="presOf" srcId="{13DDF741-0128-44B1-B9D9-3F619BA625CA}" destId="{206625E4-1CC6-409B-BE54-E90ED13AE956}" srcOrd="0" destOrd="0" presId="urn:microsoft.com/office/officeart/2005/8/layout/hierarchy3"/>
    <dgm:cxn modelId="{0C2567DA-9F44-41EA-90AD-C6910A941AFA}" type="presOf" srcId="{3B87AAF5-5546-43AB-A973-25F12CA4BA8A}" destId="{FC021C13-26DA-43A4-AA5F-167D831C1000}" srcOrd="0" destOrd="0" presId="urn:microsoft.com/office/officeart/2005/8/layout/hierarchy3"/>
    <dgm:cxn modelId="{4101D3E2-36C9-4D17-942D-DF683024CB94}" srcId="{0200F0B2-316E-4616-A13C-741FB710C0DA}" destId="{3B87AAF5-5546-43AB-A973-25F12CA4BA8A}" srcOrd="1" destOrd="0" parTransId="{37E85AD6-BD10-47F2-A2AD-F2627482F3F8}" sibTransId="{EA3EEE76-0402-4ABD-8E47-0D6D9FBC9024}"/>
    <dgm:cxn modelId="{8B8827E3-BB6F-4079-B9C3-8185B6CEC4D7}" type="presOf" srcId="{0200F0B2-316E-4616-A13C-741FB710C0DA}" destId="{F81DF387-DAFE-4D7F-A9DD-CF2276A617C3}" srcOrd="0" destOrd="0" presId="urn:microsoft.com/office/officeart/2005/8/layout/hierarchy3"/>
    <dgm:cxn modelId="{D467A6F2-D6CA-4C7E-AF76-BF6DACFB2433}" srcId="{D932AA29-0950-4CCA-8987-F1A343601530}" destId="{0200F0B2-316E-4616-A13C-741FB710C0DA}" srcOrd="0" destOrd="0" parTransId="{A19CDA3F-125A-465D-942B-3EAB1DEC3580}" sibTransId="{141EBCBE-2345-4B39-9EB5-DD6B85C26597}"/>
    <dgm:cxn modelId="{200E1FF4-C3DA-49A0-BA72-915E4912A979}" type="presOf" srcId="{CE968CEE-8EE0-4A7A-AADB-47B1C75CDC7C}" destId="{EE6C8727-595B-4C70-B3B2-8A693D3E999D}" srcOrd="0" destOrd="0" presId="urn:microsoft.com/office/officeart/2005/8/layout/hierarchy3"/>
    <dgm:cxn modelId="{277030F6-A007-4B2D-9086-4896D9AFA7D2}" type="presOf" srcId="{344342E9-BACB-48E3-A0A8-6C0B3AE4151B}" destId="{4DB381D8-4762-428A-9992-1EC6186F24DF}" srcOrd="0" destOrd="0" presId="urn:microsoft.com/office/officeart/2005/8/layout/hierarchy3"/>
    <dgm:cxn modelId="{83BB74F6-F8A1-4AC4-B097-3A288BEBA0C7}" type="presOf" srcId="{45A79EF5-DA1D-4D35-A570-0056F67E8546}" destId="{33C774DE-F8E7-440C-A002-E5EFA8429C9A}" srcOrd="0" destOrd="0" presId="urn:microsoft.com/office/officeart/2005/8/layout/hierarchy3"/>
    <dgm:cxn modelId="{90A0ECF9-8956-475E-B734-02DCD81062BA}" type="presOf" srcId="{37E85AD6-BD10-47F2-A2AD-F2627482F3F8}" destId="{67BE5074-A8F8-43BC-A7F8-65A692D9C853}" srcOrd="0" destOrd="0" presId="urn:microsoft.com/office/officeart/2005/8/layout/hierarchy3"/>
    <dgm:cxn modelId="{68D932FB-3E34-4A6B-9811-FC64F4519738}" type="presOf" srcId="{EAA4AD08-0586-49D2-A7EA-A00C8C0B9AEE}" destId="{11547E23-0862-4E3F-B130-0D16CB06423E}" srcOrd="0" destOrd="0" presId="urn:microsoft.com/office/officeart/2005/8/layout/hierarchy3"/>
    <dgm:cxn modelId="{66C1ACFD-3D16-4B2D-BE4F-2625AF4374A9}" type="presOf" srcId="{C7C95317-4973-48E6-B040-1D6984486778}" destId="{8878EC09-AA84-421B-AA87-EA5CAFE40F3E}" srcOrd="0" destOrd="0" presId="urn:microsoft.com/office/officeart/2005/8/layout/hierarchy3"/>
    <dgm:cxn modelId="{A2BC6DFE-52F3-4AD3-A19D-027B6C79FDDF}" type="presOf" srcId="{0CA33017-4F1E-4D9C-95DE-992A70BB9F61}" destId="{96301E7E-A24E-4B5E-A6EE-5DC18BFD17E7}" srcOrd="0" destOrd="0" presId="urn:microsoft.com/office/officeart/2005/8/layout/hierarchy3"/>
    <dgm:cxn modelId="{8DEE07A7-C6C6-4D6E-B769-AAC5F283CEC8}" type="presParOf" srcId="{7848238C-D48D-4A84-BCB9-860E36E17FFD}" destId="{ACEA31DA-9CEB-410F-9644-1A9DCBD869C3}" srcOrd="0" destOrd="0" presId="urn:microsoft.com/office/officeart/2005/8/layout/hierarchy3"/>
    <dgm:cxn modelId="{FFD20A7E-44A4-4F26-BD91-85D246BFE6A9}" type="presParOf" srcId="{ACEA31DA-9CEB-410F-9644-1A9DCBD869C3}" destId="{B27FCA5C-C275-4954-8C92-81043E493895}" srcOrd="0" destOrd="0" presId="urn:microsoft.com/office/officeart/2005/8/layout/hierarchy3"/>
    <dgm:cxn modelId="{EC63E5B3-8FBB-42F9-9014-DD733598FFDA}" type="presParOf" srcId="{B27FCA5C-C275-4954-8C92-81043E493895}" destId="{F81DF387-DAFE-4D7F-A9DD-CF2276A617C3}" srcOrd="0" destOrd="0" presId="urn:microsoft.com/office/officeart/2005/8/layout/hierarchy3"/>
    <dgm:cxn modelId="{A698CB02-9AF6-49D9-A0BA-BF898932B2E4}" type="presParOf" srcId="{B27FCA5C-C275-4954-8C92-81043E493895}" destId="{9E559D7E-4CF3-4765-8EBF-7C28C377BA11}" srcOrd="1" destOrd="0" presId="urn:microsoft.com/office/officeart/2005/8/layout/hierarchy3"/>
    <dgm:cxn modelId="{DA102DB6-BAF8-494C-AB1B-1EB006E0733E}" type="presParOf" srcId="{ACEA31DA-9CEB-410F-9644-1A9DCBD869C3}" destId="{D70FAED2-DE01-4265-8B94-D42263858322}" srcOrd="1" destOrd="0" presId="urn:microsoft.com/office/officeart/2005/8/layout/hierarchy3"/>
    <dgm:cxn modelId="{721D122D-760D-45BE-B698-0E466F83DB5D}" type="presParOf" srcId="{D70FAED2-DE01-4265-8B94-D42263858322}" destId="{96301E7E-A24E-4B5E-A6EE-5DC18BFD17E7}" srcOrd="0" destOrd="0" presId="urn:microsoft.com/office/officeart/2005/8/layout/hierarchy3"/>
    <dgm:cxn modelId="{851468BC-A1CC-410B-A5F4-BA1712BD611D}" type="presParOf" srcId="{D70FAED2-DE01-4265-8B94-D42263858322}" destId="{E9C1F6A9-C0E3-4797-949B-F5F514C423E1}" srcOrd="1" destOrd="0" presId="urn:microsoft.com/office/officeart/2005/8/layout/hierarchy3"/>
    <dgm:cxn modelId="{FECC5683-90E8-429C-96D0-CA4FC23D34C8}" type="presParOf" srcId="{D70FAED2-DE01-4265-8B94-D42263858322}" destId="{67BE5074-A8F8-43BC-A7F8-65A692D9C853}" srcOrd="2" destOrd="0" presId="urn:microsoft.com/office/officeart/2005/8/layout/hierarchy3"/>
    <dgm:cxn modelId="{663B6587-6823-4690-B9F5-2E970A043C5A}" type="presParOf" srcId="{D70FAED2-DE01-4265-8B94-D42263858322}" destId="{FC021C13-26DA-43A4-AA5F-167D831C1000}" srcOrd="3" destOrd="0" presId="urn:microsoft.com/office/officeart/2005/8/layout/hierarchy3"/>
    <dgm:cxn modelId="{2CA6F91B-D02A-4062-876F-6D3DF2C84563}" type="presParOf" srcId="{D70FAED2-DE01-4265-8B94-D42263858322}" destId="{4DB381D8-4762-428A-9992-1EC6186F24DF}" srcOrd="4" destOrd="0" presId="urn:microsoft.com/office/officeart/2005/8/layout/hierarchy3"/>
    <dgm:cxn modelId="{8F8ADE3D-6CB9-4DF9-9255-BB44391B3EE2}" type="presParOf" srcId="{D70FAED2-DE01-4265-8B94-D42263858322}" destId="{531DB578-3690-478F-AA53-226968D65EB3}" srcOrd="5" destOrd="0" presId="urn:microsoft.com/office/officeart/2005/8/layout/hierarchy3"/>
    <dgm:cxn modelId="{ACACBBEA-4E4B-49C0-8427-E7DE8C456F03}" type="presParOf" srcId="{7848238C-D48D-4A84-BCB9-860E36E17FFD}" destId="{FDC273B3-8EAB-450C-B4AC-E5AE00CA101C}" srcOrd="1" destOrd="0" presId="urn:microsoft.com/office/officeart/2005/8/layout/hierarchy3"/>
    <dgm:cxn modelId="{4731D3EC-5480-4937-B6A9-A79DD3A0DC6F}" type="presParOf" srcId="{FDC273B3-8EAB-450C-B4AC-E5AE00CA101C}" destId="{7D1C4061-A8EB-4578-B979-58F2279154DC}" srcOrd="0" destOrd="0" presId="urn:microsoft.com/office/officeart/2005/8/layout/hierarchy3"/>
    <dgm:cxn modelId="{0CF6380B-8C4B-491C-8732-BBEBE5C8CD55}" type="presParOf" srcId="{7D1C4061-A8EB-4578-B979-58F2279154DC}" destId="{421FFF64-5CCC-43DA-91DA-E388F7DA8182}" srcOrd="0" destOrd="0" presId="urn:microsoft.com/office/officeart/2005/8/layout/hierarchy3"/>
    <dgm:cxn modelId="{9D817CCD-57AE-4041-9491-2A5AC13A4C9A}" type="presParOf" srcId="{7D1C4061-A8EB-4578-B979-58F2279154DC}" destId="{C4183B87-0CAB-4DB0-A9D0-E79DC05EE82E}" srcOrd="1" destOrd="0" presId="urn:microsoft.com/office/officeart/2005/8/layout/hierarchy3"/>
    <dgm:cxn modelId="{9E09F546-7CFE-4E59-BBB6-6661CFFF960A}" type="presParOf" srcId="{FDC273B3-8EAB-450C-B4AC-E5AE00CA101C}" destId="{EA630F7E-1652-4789-AA36-FC5CBD20DA9F}" srcOrd="1" destOrd="0" presId="urn:microsoft.com/office/officeart/2005/8/layout/hierarchy3"/>
    <dgm:cxn modelId="{818568DA-4284-4DBA-BAB8-531B434E5E62}" type="presParOf" srcId="{EA630F7E-1652-4789-AA36-FC5CBD20DA9F}" destId="{A21C188A-088B-4EDF-ACAC-0D147BC05DEC}" srcOrd="0" destOrd="0" presId="urn:microsoft.com/office/officeart/2005/8/layout/hierarchy3"/>
    <dgm:cxn modelId="{D2291F60-7BBB-4D21-BC2E-7A0EE797BB76}" type="presParOf" srcId="{EA630F7E-1652-4789-AA36-FC5CBD20DA9F}" destId="{6621AA71-1421-487E-A614-93E468F6768E}" srcOrd="1" destOrd="0" presId="urn:microsoft.com/office/officeart/2005/8/layout/hierarchy3"/>
    <dgm:cxn modelId="{E5B79844-9C14-467C-9D6C-DF3E35334E4C}" type="presParOf" srcId="{EA630F7E-1652-4789-AA36-FC5CBD20DA9F}" destId="{62E5B405-21D2-4336-BD6D-88146C7A073B}" srcOrd="2" destOrd="0" presId="urn:microsoft.com/office/officeart/2005/8/layout/hierarchy3"/>
    <dgm:cxn modelId="{8372F4B3-1129-49CB-BB62-E49F58E66161}" type="presParOf" srcId="{EA630F7E-1652-4789-AA36-FC5CBD20DA9F}" destId="{33C774DE-F8E7-440C-A002-E5EFA8429C9A}" srcOrd="3" destOrd="0" presId="urn:microsoft.com/office/officeart/2005/8/layout/hierarchy3"/>
    <dgm:cxn modelId="{DD9A3F1B-5148-4DB1-9C27-B272C021A43D}" type="presParOf" srcId="{EA630F7E-1652-4789-AA36-FC5CBD20DA9F}" destId="{E74D022D-DE5E-41BC-8C01-F2228B33BE39}" srcOrd="4" destOrd="0" presId="urn:microsoft.com/office/officeart/2005/8/layout/hierarchy3"/>
    <dgm:cxn modelId="{5C5A8147-5060-4670-A37A-CF275E6957D0}" type="presParOf" srcId="{EA630F7E-1652-4789-AA36-FC5CBD20DA9F}" destId="{BE338C69-AA57-4683-8434-CD031035CF38}" srcOrd="5" destOrd="0" presId="urn:microsoft.com/office/officeart/2005/8/layout/hierarchy3"/>
    <dgm:cxn modelId="{0DAE9CAD-97AB-423A-8805-6DDDB691647D}" type="presParOf" srcId="{7848238C-D48D-4A84-BCB9-860E36E17FFD}" destId="{615CFCEE-81DD-49C8-98AB-3B26A829A0F2}" srcOrd="2" destOrd="0" presId="urn:microsoft.com/office/officeart/2005/8/layout/hierarchy3"/>
    <dgm:cxn modelId="{A9571D8F-1ED3-4D77-83CD-6E7D6BD21D43}" type="presParOf" srcId="{615CFCEE-81DD-49C8-98AB-3B26A829A0F2}" destId="{8B544DEE-562F-48D3-8628-59E521571D30}" srcOrd="0" destOrd="0" presId="urn:microsoft.com/office/officeart/2005/8/layout/hierarchy3"/>
    <dgm:cxn modelId="{3B93D32B-AD79-4B09-A1B6-53A41B0EF0EB}" type="presParOf" srcId="{8B544DEE-562F-48D3-8628-59E521571D30}" destId="{9B635D08-6793-4560-8A44-90CE35809EF7}" srcOrd="0" destOrd="0" presId="urn:microsoft.com/office/officeart/2005/8/layout/hierarchy3"/>
    <dgm:cxn modelId="{10584AD8-4BBA-4D16-8A29-A13D8780040E}" type="presParOf" srcId="{8B544DEE-562F-48D3-8628-59E521571D30}" destId="{AB49CDBA-6D84-4D0F-9B73-AE5EE97B3E48}" srcOrd="1" destOrd="0" presId="urn:microsoft.com/office/officeart/2005/8/layout/hierarchy3"/>
    <dgm:cxn modelId="{0E2A5567-3138-446E-8A5D-14627BAFC24D}" type="presParOf" srcId="{615CFCEE-81DD-49C8-98AB-3B26A829A0F2}" destId="{E828EC76-60DC-4FC3-B065-093E9A08E823}" srcOrd="1" destOrd="0" presId="urn:microsoft.com/office/officeart/2005/8/layout/hierarchy3"/>
    <dgm:cxn modelId="{69CCE631-76BA-48B2-96D3-5655F8EAD171}" type="presParOf" srcId="{E828EC76-60DC-4FC3-B065-093E9A08E823}" destId="{11547E23-0862-4E3F-B130-0D16CB06423E}" srcOrd="0" destOrd="0" presId="urn:microsoft.com/office/officeart/2005/8/layout/hierarchy3"/>
    <dgm:cxn modelId="{CEDC0C13-55E4-466D-B2D1-E003BC5BDEC8}" type="presParOf" srcId="{E828EC76-60DC-4FC3-B065-093E9A08E823}" destId="{70EF2648-4534-4929-9EDA-6A7CC8AE99BE}" srcOrd="1" destOrd="0" presId="urn:microsoft.com/office/officeart/2005/8/layout/hierarchy3"/>
    <dgm:cxn modelId="{5F4556AA-4478-4336-AA3A-D4D13B63F52E}" type="presParOf" srcId="{E828EC76-60DC-4FC3-B065-093E9A08E823}" destId="{206625E4-1CC6-409B-BE54-E90ED13AE956}" srcOrd="2" destOrd="0" presId="urn:microsoft.com/office/officeart/2005/8/layout/hierarchy3"/>
    <dgm:cxn modelId="{70DCFA57-A5E5-455E-B0F5-4717C1A5CDA1}" type="presParOf" srcId="{E828EC76-60DC-4FC3-B065-093E9A08E823}" destId="{8878EC09-AA84-421B-AA87-EA5CAFE40F3E}" srcOrd="3" destOrd="0" presId="urn:microsoft.com/office/officeart/2005/8/layout/hierarchy3"/>
    <dgm:cxn modelId="{4B509A11-6418-4004-9B35-DB2985730CC8}" type="presParOf" srcId="{E828EC76-60DC-4FC3-B065-093E9A08E823}" destId="{543941E6-4C62-4571-9D3B-C49115E85CD7}" srcOrd="4" destOrd="0" presId="urn:microsoft.com/office/officeart/2005/8/layout/hierarchy3"/>
    <dgm:cxn modelId="{08785B35-A033-4F34-B183-8A91D6EA8FF7}" type="presParOf" srcId="{E828EC76-60DC-4FC3-B065-093E9A08E823}" destId="{EE6C8727-595B-4C70-B3B2-8A693D3E999D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FEB601-CF5E-4061-88B5-2B7D67DFA219}" type="doc">
      <dgm:prSet loTypeId="urn:microsoft.com/office/officeart/2005/8/layout/arrow2" loCatId="process" qsTypeId="urn:microsoft.com/office/officeart/2005/8/quickstyle/3d3" qsCatId="3D" csTypeId="urn:microsoft.com/office/officeart/2005/8/colors/accent0_3" csCatId="mainScheme" phldr="1"/>
      <dgm:spPr/>
    </dgm:pt>
    <dgm:pt modelId="{84DE3BD6-124D-4DB9-BA5C-46E008049C26}">
      <dgm:prSet phldrT="[Texte]"/>
      <dgm:spPr/>
      <dgm:t>
        <a:bodyPr/>
        <a:lstStyle/>
        <a:p>
          <a:pPr>
            <a:buFont typeface="+mj-lt"/>
            <a:buAutoNum type="arabicPeriod"/>
          </a:pPr>
          <a:r>
            <a:rPr lang="fr-FR" b="1" dirty="0"/>
            <a:t>Protocole actuel</a:t>
          </a:r>
        </a:p>
      </dgm:t>
    </dgm:pt>
    <dgm:pt modelId="{DB1FEBD7-21A6-4A6E-A73F-846E5006B943}" type="parTrans" cxnId="{62D938E9-48DF-4872-82A4-6857122A1DCE}">
      <dgm:prSet/>
      <dgm:spPr/>
      <dgm:t>
        <a:bodyPr/>
        <a:lstStyle/>
        <a:p>
          <a:endParaRPr lang="fr-FR"/>
        </a:p>
      </dgm:t>
    </dgm:pt>
    <dgm:pt modelId="{60069A72-7183-47A6-A9A8-A0F6F38F4113}" type="sibTrans" cxnId="{62D938E9-48DF-4872-82A4-6857122A1DCE}">
      <dgm:prSet/>
      <dgm:spPr/>
      <dgm:t>
        <a:bodyPr/>
        <a:lstStyle/>
        <a:p>
          <a:endParaRPr lang="fr-FR"/>
        </a:p>
      </dgm:t>
    </dgm:pt>
    <dgm:pt modelId="{0BDC6FFA-260F-4435-86A4-91AC14D129C9}">
      <dgm:prSet phldrT="[Texte]"/>
      <dgm:spPr/>
      <dgm:t>
        <a:bodyPr/>
        <a:lstStyle/>
        <a:p>
          <a:pPr>
            <a:buFont typeface="+mj-lt"/>
            <a:buAutoNum type="arabicPeriod" startAt="2"/>
          </a:pPr>
          <a:r>
            <a:rPr lang="fr-FR" b="1" dirty="0"/>
            <a:t>Dean-Stark</a:t>
          </a:r>
        </a:p>
      </dgm:t>
    </dgm:pt>
    <dgm:pt modelId="{37246AF3-8E2A-4281-AC02-90312131BD6B}" type="parTrans" cxnId="{07A6F5B7-5707-400F-AA68-804965F8985D}">
      <dgm:prSet/>
      <dgm:spPr/>
      <dgm:t>
        <a:bodyPr/>
        <a:lstStyle/>
        <a:p>
          <a:endParaRPr lang="fr-FR"/>
        </a:p>
      </dgm:t>
    </dgm:pt>
    <dgm:pt modelId="{78EC893A-D3D7-483C-9C7B-D8AEF9EFAF21}" type="sibTrans" cxnId="{07A6F5B7-5707-400F-AA68-804965F8985D}">
      <dgm:prSet/>
      <dgm:spPr/>
      <dgm:t>
        <a:bodyPr/>
        <a:lstStyle/>
        <a:p>
          <a:endParaRPr lang="fr-FR"/>
        </a:p>
      </dgm:t>
    </dgm:pt>
    <dgm:pt modelId="{D2A19666-6DCD-4CD8-9F17-5F2C9062CAFE}">
      <dgm:prSet phldrT="[Texte]"/>
      <dgm:spPr/>
      <dgm:t>
        <a:bodyPr/>
        <a:lstStyle/>
        <a:p>
          <a:pPr>
            <a:buFont typeface="+mj-lt"/>
            <a:buAutoNum type="arabicPeriod" startAt="3"/>
          </a:pPr>
          <a:r>
            <a:rPr lang="fr-FR" b="1" cap="all" baseline="0" dirty="0">
              <a:solidFill>
                <a:srgbClr val="7030A0"/>
              </a:solidFill>
            </a:rPr>
            <a:t>Avec chlorure d’éthanoyle</a:t>
          </a:r>
        </a:p>
      </dgm:t>
    </dgm:pt>
    <dgm:pt modelId="{95F55D88-E935-4CB3-A139-C4AC000C3A0E}" type="parTrans" cxnId="{B96225BA-7734-4BFE-BC07-E05A2C3E1747}">
      <dgm:prSet/>
      <dgm:spPr/>
      <dgm:t>
        <a:bodyPr/>
        <a:lstStyle/>
        <a:p>
          <a:endParaRPr lang="fr-FR"/>
        </a:p>
      </dgm:t>
    </dgm:pt>
    <dgm:pt modelId="{5B581882-17B3-4E4E-BFAE-800925E9BC6A}" type="sibTrans" cxnId="{B96225BA-7734-4BFE-BC07-E05A2C3E1747}">
      <dgm:prSet/>
      <dgm:spPr/>
      <dgm:t>
        <a:bodyPr/>
        <a:lstStyle/>
        <a:p>
          <a:endParaRPr lang="fr-FR"/>
        </a:p>
      </dgm:t>
    </dgm:pt>
    <dgm:pt modelId="{41883A67-BD64-4F2C-8A9B-5985D2E22CB8}" type="pres">
      <dgm:prSet presAssocID="{13FEB601-CF5E-4061-88B5-2B7D67DFA219}" presName="arrowDiagram" presStyleCnt="0">
        <dgm:presLayoutVars>
          <dgm:chMax val="5"/>
          <dgm:dir/>
          <dgm:resizeHandles val="exact"/>
        </dgm:presLayoutVars>
      </dgm:prSet>
      <dgm:spPr/>
    </dgm:pt>
    <dgm:pt modelId="{1EC6F319-2E82-4AA7-9512-07EC3E9B1AD7}" type="pres">
      <dgm:prSet presAssocID="{13FEB601-CF5E-4061-88B5-2B7D67DFA219}" presName="arrow" presStyleLbl="bgShp" presStyleIdx="0" presStyleCnt="1" custAng="21207675" custLinFactNeighborX="263" custLinFactNeighborY="0"/>
      <dgm:spPr>
        <a:solidFill>
          <a:srgbClr val="E2E8E4"/>
        </a:solidFill>
      </dgm:spPr>
    </dgm:pt>
    <dgm:pt modelId="{412D99F0-2111-478C-9A58-BB000C760DF9}" type="pres">
      <dgm:prSet presAssocID="{13FEB601-CF5E-4061-88B5-2B7D67DFA219}" presName="arrowDiagram3" presStyleCnt="0"/>
      <dgm:spPr/>
    </dgm:pt>
    <dgm:pt modelId="{72A855BC-4892-4097-99FF-A4614228DF69}" type="pres">
      <dgm:prSet presAssocID="{84DE3BD6-124D-4DB9-BA5C-46E008049C26}" presName="bullet3a" presStyleLbl="node1" presStyleIdx="0" presStyleCnt="3" custAng="0" custLinFactX="100000" custLinFactNeighborX="154411" custLinFactNeighborY="-39752"/>
      <dgm:spPr/>
    </dgm:pt>
    <dgm:pt modelId="{693B55B3-5863-45A5-A26E-78F3AF784D74}" type="pres">
      <dgm:prSet presAssocID="{84DE3BD6-124D-4DB9-BA5C-46E008049C26}" presName="textBox3a" presStyleLbl="revTx" presStyleIdx="0" presStyleCnt="3" custLinFactNeighborX="13613" custLinFactNeighborY="12696">
        <dgm:presLayoutVars>
          <dgm:bulletEnabled val="1"/>
        </dgm:presLayoutVars>
      </dgm:prSet>
      <dgm:spPr/>
    </dgm:pt>
    <dgm:pt modelId="{C0A46343-9DEF-4FC9-BE8F-0733E0E3D14D}" type="pres">
      <dgm:prSet presAssocID="{0BDC6FFA-260F-4435-86A4-91AC14D129C9}" presName="bullet3b" presStyleLbl="node1" presStyleIdx="1" presStyleCnt="3" custLinFactNeighborX="-86" custLinFactNeighborY="8511"/>
      <dgm:spPr/>
    </dgm:pt>
    <dgm:pt modelId="{76E234A2-4C4E-48CF-9B07-C5C8244D9AC4}" type="pres">
      <dgm:prSet presAssocID="{0BDC6FFA-260F-4435-86A4-91AC14D129C9}" presName="textBox3b" presStyleLbl="revTx" presStyleIdx="1" presStyleCnt="3" custLinFactNeighborX="6881" custLinFactNeighborY="8088">
        <dgm:presLayoutVars>
          <dgm:bulletEnabled val="1"/>
        </dgm:presLayoutVars>
      </dgm:prSet>
      <dgm:spPr/>
    </dgm:pt>
    <dgm:pt modelId="{6E117F76-FBB2-4FF5-971D-5FA52DC40264}" type="pres">
      <dgm:prSet presAssocID="{D2A19666-6DCD-4CD8-9F17-5F2C9062CAFE}" presName="bullet3c" presStyleLbl="node1" presStyleIdx="2" presStyleCnt="3" custLinFactNeighborX="57242" custLinFactNeighborY="-50665"/>
      <dgm:spPr/>
    </dgm:pt>
    <dgm:pt modelId="{C5844C88-D5CA-45C7-8B43-83276CF2EF5E}" type="pres">
      <dgm:prSet presAssocID="{D2A19666-6DCD-4CD8-9F17-5F2C9062CAFE}" presName="textBox3c" presStyleLbl="revTx" presStyleIdx="2" presStyleCnt="3" custLinFactNeighborX="-8621" custLinFactNeighborY="1904">
        <dgm:presLayoutVars>
          <dgm:bulletEnabled val="1"/>
        </dgm:presLayoutVars>
      </dgm:prSet>
      <dgm:spPr/>
    </dgm:pt>
  </dgm:ptLst>
  <dgm:cxnLst>
    <dgm:cxn modelId="{5D08DB14-6B64-45CD-BB77-FA36B26744E2}" type="presOf" srcId="{0BDC6FFA-260F-4435-86A4-91AC14D129C9}" destId="{76E234A2-4C4E-48CF-9B07-C5C8244D9AC4}" srcOrd="0" destOrd="0" presId="urn:microsoft.com/office/officeart/2005/8/layout/arrow2"/>
    <dgm:cxn modelId="{F774A63C-99E5-454F-82A2-4875D6AE063D}" type="presOf" srcId="{D2A19666-6DCD-4CD8-9F17-5F2C9062CAFE}" destId="{C5844C88-D5CA-45C7-8B43-83276CF2EF5E}" srcOrd="0" destOrd="0" presId="urn:microsoft.com/office/officeart/2005/8/layout/arrow2"/>
    <dgm:cxn modelId="{99DF1DA5-4E6B-41E7-BDCF-A1468FC2D7E0}" type="presOf" srcId="{13FEB601-CF5E-4061-88B5-2B7D67DFA219}" destId="{41883A67-BD64-4F2C-8A9B-5985D2E22CB8}" srcOrd="0" destOrd="0" presId="urn:microsoft.com/office/officeart/2005/8/layout/arrow2"/>
    <dgm:cxn modelId="{B57F53AE-2175-473D-9847-B513D7DE4D76}" type="presOf" srcId="{84DE3BD6-124D-4DB9-BA5C-46E008049C26}" destId="{693B55B3-5863-45A5-A26E-78F3AF784D74}" srcOrd="0" destOrd="0" presId="urn:microsoft.com/office/officeart/2005/8/layout/arrow2"/>
    <dgm:cxn modelId="{07A6F5B7-5707-400F-AA68-804965F8985D}" srcId="{13FEB601-CF5E-4061-88B5-2B7D67DFA219}" destId="{0BDC6FFA-260F-4435-86A4-91AC14D129C9}" srcOrd="1" destOrd="0" parTransId="{37246AF3-8E2A-4281-AC02-90312131BD6B}" sibTransId="{78EC893A-D3D7-483C-9C7B-D8AEF9EFAF21}"/>
    <dgm:cxn modelId="{B96225BA-7734-4BFE-BC07-E05A2C3E1747}" srcId="{13FEB601-CF5E-4061-88B5-2B7D67DFA219}" destId="{D2A19666-6DCD-4CD8-9F17-5F2C9062CAFE}" srcOrd="2" destOrd="0" parTransId="{95F55D88-E935-4CB3-A139-C4AC000C3A0E}" sibTransId="{5B581882-17B3-4E4E-BFAE-800925E9BC6A}"/>
    <dgm:cxn modelId="{62D938E9-48DF-4872-82A4-6857122A1DCE}" srcId="{13FEB601-CF5E-4061-88B5-2B7D67DFA219}" destId="{84DE3BD6-124D-4DB9-BA5C-46E008049C26}" srcOrd="0" destOrd="0" parTransId="{DB1FEBD7-21A6-4A6E-A73F-846E5006B943}" sibTransId="{60069A72-7183-47A6-A9A8-A0F6F38F4113}"/>
    <dgm:cxn modelId="{B22EF1E0-6701-4468-8A59-72AF66C38386}" type="presParOf" srcId="{41883A67-BD64-4F2C-8A9B-5985D2E22CB8}" destId="{1EC6F319-2E82-4AA7-9512-07EC3E9B1AD7}" srcOrd="0" destOrd="0" presId="urn:microsoft.com/office/officeart/2005/8/layout/arrow2"/>
    <dgm:cxn modelId="{1885B0CA-619A-4F24-9B66-F54B9ADE6FBB}" type="presParOf" srcId="{41883A67-BD64-4F2C-8A9B-5985D2E22CB8}" destId="{412D99F0-2111-478C-9A58-BB000C760DF9}" srcOrd="1" destOrd="0" presId="urn:microsoft.com/office/officeart/2005/8/layout/arrow2"/>
    <dgm:cxn modelId="{D94D4165-4423-46EC-BE1A-11DAD87A73A4}" type="presParOf" srcId="{412D99F0-2111-478C-9A58-BB000C760DF9}" destId="{72A855BC-4892-4097-99FF-A4614228DF69}" srcOrd="0" destOrd="0" presId="urn:microsoft.com/office/officeart/2005/8/layout/arrow2"/>
    <dgm:cxn modelId="{C2DCFD4D-D0C6-4781-A716-F6533A333751}" type="presParOf" srcId="{412D99F0-2111-478C-9A58-BB000C760DF9}" destId="{693B55B3-5863-45A5-A26E-78F3AF784D74}" srcOrd="1" destOrd="0" presId="urn:microsoft.com/office/officeart/2005/8/layout/arrow2"/>
    <dgm:cxn modelId="{0EFB3F2F-18E1-4727-BA80-178E4CB80918}" type="presParOf" srcId="{412D99F0-2111-478C-9A58-BB000C760DF9}" destId="{C0A46343-9DEF-4FC9-BE8F-0733E0E3D14D}" srcOrd="2" destOrd="0" presId="urn:microsoft.com/office/officeart/2005/8/layout/arrow2"/>
    <dgm:cxn modelId="{E0B5E580-D2E6-4708-BF13-EDB9FEE86B04}" type="presParOf" srcId="{412D99F0-2111-478C-9A58-BB000C760DF9}" destId="{76E234A2-4C4E-48CF-9B07-C5C8244D9AC4}" srcOrd="3" destOrd="0" presId="urn:microsoft.com/office/officeart/2005/8/layout/arrow2"/>
    <dgm:cxn modelId="{E28D24CE-A981-489E-A439-BC6F4AFAE248}" type="presParOf" srcId="{412D99F0-2111-478C-9A58-BB000C760DF9}" destId="{6E117F76-FBB2-4FF5-971D-5FA52DC40264}" srcOrd="4" destOrd="0" presId="urn:microsoft.com/office/officeart/2005/8/layout/arrow2"/>
    <dgm:cxn modelId="{D02CA451-BD80-40C7-8C0A-4B2A3DE58223}" type="presParOf" srcId="{412D99F0-2111-478C-9A58-BB000C760DF9}" destId="{C5844C88-D5CA-45C7-8B43-83276CF2EF5E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5020EB-063C-4A3F-B422-E4E6F902FD4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5B35FD4-D0AD-4490-B91A-1C3AC37D7221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r-FR" sz="1400" b="1" dirty="0"/>
            <a:t>Protocole actuel</a:t>
          </a:r>
          <a:endParaRPr lang="fr-FR" sz="1400" dirty="0"/>
        </a:p>
      </dgm:t>
    </dgm:pt>
    <dgm:pt modelId="{27AA99E1-E0DC-410D-BFB7-189CEE2AEC8A}" type="parTrans" cxnId="{7ED78F3E-62D2-4430-BBBE-2B6B10668815}">
      <dgm:prSet/>
      <dgm:spPr/>
      <dgm:t>
        <a:bodyPr/>
        <a:lstStyle/>
        <a:p>
          <a:endParaRPr lang="fr-FR"/>
        </a:p>
      </dgm:t>
    </dgm:pt>
    <dgm:pt modelId="{1D7BF374-E511-4FDA-BCC2-957766C667FF}" type="sibTrans" cxnId="{7ED78F3E-62D2-4430-BBBE-2B6B10668815}">
      <dgm:prSet/>
      <dgm:spPr/>
      <dgm:t>
        <a:bodyPr/>
        <a:lstStyle/>
        <a:p>
          <a:endParaRPr lang="fr-FR"/>
        </a:p>
      </dgm:t>
    </dgm:pt>
    <dgm:pt modelId="{0A0E221A-9728-43A5-A025-156EFD782A21}">
      <dgm:prSet phldrT="[Texte]" custT="1"/>
      <dgm:spPr>
        <a:solidFill>
          <a:srgbClr val="F3F6F4"/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Réaction limitée </a:t>
          </a:r>
        </a:p>
      </dgm:t>
    </dgm:pt>
    <dgm:pt modelId="{87B4E701-E2EE-4FB2-9D88-5E6A007F9ABB}" type="parTrans" cxnId="{6B796649-1AAE-4CDF-B5F6-725B1B345E33}">
      <dgm:prSet/>
      <dgm:spPr/>
      <dgm:t>
        <a:bodyPr/>
        <a:lstStyle/>
        <a:p>
          <a:endParaRPr lang="fr-FR"/>
        </a:p>
      </dgm:t>
    </dgm:pt>
    <dgm:pt modelId="{7B4556FE-B6B6-46B3-8A3C-134345343F1E}" type="sibTrans" cxnId="{6B796649-1AAE-4CDF-B5F6-725B1B345E33}">
      <dgm:prSet/>
      <dgm:spPr/>
      <dgm:t>
        <a:bodyPr/>
        <a:lstStyle/>
        <a:p>
          <a:endParaRPr lang="fr-FR"/>
        </a:p>
      </dgm:t>
    </dgm:pt>
    <dgm:pt modelId="{6E52C161-785B-489C-AA87-8124791DABDF}">
      <dgm:prSet phldrT="[Texte]" custT="1"/>
      <dgm:spPr>
        <a:solidFill>
          <a:srgbClr val="F3F6F4"/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Temps de réaction  trop cours</a:t>
          </a:r>
        </a:p>
      </dgm:t>
    </dgm:pt>
    <dgm:pt modelId="{0F92AF27-B36B-4C1F-A49B-42DCE10EAB99}" type="parTrans" cxnId="{331A2505-F039-43EF-966E-8A047FD63CCB}">
      <dgm:prSet/>
      <dgm:spPr/>
      <dgm:t>
        <a:bodyPr/>
        <a:lstStyle/>
        <a:p>
          <a:endParaRPr lang="fr-FR"/>
        </a:p>
      </dgm:t>
    </dgm:pt>
    <dgm:pt modelId="{84C3551A-F2A8-488B-8496-42C8EA87C8B7}" type="sibTrans" cxnId="{331A2505-F039-43EF-966E-8A047FD63CCB}">
      <dgm:prSet/>
      <dgm:spPr/>
      <dgm:t>
        <a:bodyPr/>
        <a:lstStyle/>
        <a:p>
          <a:endParaRPr lang="fr-FR"/>
        </a:p>
      </dgm:t>
    </dgm:pt>
    <dgm:pt modelId="{32A0AEEB-5F64-4F91-A995-FBD3BD6CBE45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 startAt="2"/>
          </a:pPr>
          <a:r>
            <a:rPr lang="fr-FR" sz="1400" b="1" dirty="0"/>
            <a:t>Dean-Stark</a:t>
          </a:r>
          <a:endParaRPr lang="fr-FR" sz="1400" dirty="0"/>
        </a:p>
      </dgm:t>
    </dgm:pt>
    <dgm:pt modelId="{C745138C-000E-49DD-B280-A16613E560A2}" type="parTrans" cxnId="{57865021-6AF9-4787-BC02-9FCE9D820C7F}">
      <dgm:prSet/>
      <dgm:spPr/>
      <dgm:t>
        <a:bodyPr/>
        <a:lstStyle/>
        <a:p>
          <a:endParaRPr lang="fr-FR"/>
        </a:p>
      </dgm:t>
    </dgm:pt>
    <dgm:pt modelId="{342F9327-716F-4FC4-BAAB-83B7C98C4346}" type="sibTrans" cxnId="{57865021-6AF9-4787-BC02-9FCE9D820C7F}">
      <dgm:prSet/>
      <dgm:spPr/>
      <dgm:t>
        <a:bodyPr/>
        <a:lstStyle/>
        <a:p>
          <a:endParaRPr lang="fr-FR"/>
        </a:p>
      </dgm:t>
    </dgm:pt>
    <dgm:pt modelId="{F319DE95-8A4C-44BC-83C8-358533BE2ECC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Déplacement d’équilibre</a:t>
          </a:r>
        </a:p>
      </dgm:t>
    </dgm:pt>
    <dgm:pt modelId="{17B3EB75-DA8D-4F34-B226-2ADFD1E8C518}" type="parTrans" cxnId="{415A4AA4-81C3-4A95-82B0-EE9421F117A6}">
      <dgm:prSet/>
      <dgm:spPr/>
      <dgm:t>
        <a:bodyPr/>
        <a:lstStyle/>
        <a:p>
          <a:endParaRPr lang="fr-FR"/>
        </a:p>
      </dgm:t>
    </dgm:pt>
    <dgm:pt modelId="{DD62173B-F642-404C-9AE4-03BA4700F290}" type="sibTrans" cxnId="{415A4AA4-81C3-4A95-82B0-EE9421F117A6}">
      <dgm:prSet/>
      <dgm:spPr/>
      <dgm:t>
        <a:bodyPr/>
        <a:lstStyle/>
        <a:p>
          <a:endParaRPr lang="fr-FR"/>
        </a:p>
      </dgm:t>
    </dgm:pt>
    <dgm:pt modelId="{9D9A97A2-4BE6-4548-9BD2-D903DBDFAB88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Cyclohexane présent</a:t>
          </a:r>
        </a:p>
      </dgm:t>
    </dgm:pt>
    <dgm:pt modelId="{E229E46F-623F-4296-B447-4F74A16FB3D6}" type="parTrans" cxnId="{8A53000C-67CD-44EB-ADDC-CD5CD8E32AE0}">
      <dgm:prSet/>
      <dgm:spPr/>
      <dgm:t>
        <a:bodyPr/>
        <a:lstStyle/>
        <a:p>
          <a:endParaRPr lang="fr-FR"/>
        </a:p>
      </dgm:t>
    </dgm:pt>
    <dgm:pt modelId="{93B5B7C6-45F3-40E9-A979-8E61C7B3A5BD}" type="sibTrans" cxnId="{8A53000C-67CD-44EB-ADDC-CD5CD8E32AE0}">
      <dgm:prSet/>
      <dgm:spPr/>
      <dgm:t>
        <a:bodyPr/>
        <a:lstStyle/>
        <a:p>
          <a:endParaRPr lang="fr-FR"/>
        </a:p>
      </dgm:t>
    </dgm:pt>
    <dgm:pt modelId="{E8AEF27F-85DE-421F-AFED-1B0EFA0D73A7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 startAt="3"/>
          </a:pPr>
          <a:r>
            <a:rPr lang="fr-FR" sz="1400" b="1" dirty="0"/>
            <a:t>Avec chlorure d’éthanoyle</a:t>
          </a:r>
          <a:endParaRPr lang="fr-FR" sz="1400" dirty="0"/>
        </a:p>
      </dgm:t>
    </dgm:pt>
    <dgm:pt modelId="{4E7AB929-A00A-4322-951B-13B445DD6BE8}" type="parTrans" cxnId="{5088B661-C04B-4D26-8974-599BA6AF89B8}">
      <dgm:prSet/>
      <dgm:spPr/>
      <dgm:t>
        <a:bodyPr/>
        <a:lstStyle/>
        <a:p>
          <a:endParaRPr lang="fr-FR"/>
        </a:p>
      </dgm:t>
    </dgm:pt>
    <dgm:pt modelId="{224B1085-D5E5-4D8A-AE95-61F378F22827}" type="sibTrans" cxnId="{5088B661-C04B-4D26-8974-599BA6AF89B8}">
      <dgm:prSet/>
      <dgm:spPr/>
      <dgm:t>
        <a:bodyPr/>
        <a:lstStyle/>
        <a:p>
          <a:endParaRPr lang="fr-FR"/>
        </a:p>
      </dgm:t>
    </dgm:pt>
    <dgm:pt modelId="{790BEA9F-C11F-4556-8502-39DEC464BB09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Réaction quantitative</a:t>
          </a:r>
        </a:p>
      </dgm:t>
    </dgm:pt>
    <dgm:pt modelId="{9BC7D59B-2A48-45D0-BF10-6A31309A0813}" type="parTrans" cxnId="{B80EDA57-B5CA-429B-B0F9-C8EEED89A38E}">
      <dgm:prSet/>
      <dgm:spPr/>
      <dgm:t>
        <a:bodyPr/>
        <a:lstStyle/>
        <a:p>
          <a:endParaRPr lang="fr-FR"/>
        </a:p>
      </dgm:t>
    </dgm:pt>
    <dgm:pt modelId="{C163E07F-AAFD-4F50-A8E8-164B9F6F6B83}" type="sibTrans" cxnId="{B80EDA57-B5CA-429B-B0F9-C8EEED89A38E}">
      <dgm:prSet/>
      <dgm:spPr/>
      <dgm:t>
        <a:bodyPr/>
        <a:lstStyle/>
        <a:p>
          <a:endParaRPr lang="fr-FR"/>
        </a:p>
      </dgm:t>
    </dgm:pt>
    <dgm:pt modelId="{DA0DFC97-20B4-4B05-9A74-DA4614AFDC05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Produit avec bonne pureté</a:t>
          </a:r>
        </a:p>
      </dgm:t>
    </dgm:pt>
    <dgm:pt modelId="{10547827-8B64-4267-956A-C66E423411B1}" type="parTrans" cxnId="{F44F01F9-ACFC-4BA6-A2F2-9CA7DF54A0B1}">
      <dgm:prSet/>
      <dgm:spPr/>
      <dgm:t>
        <a:bodyPr/>
        <a:lstStyle/>
        <a:p>
          <a:endParaRPr lang="fr-FR"/>
        </a:p>
      </dgm:t>
    </dgm:pt>
    <dgm:pt modelId="{CDD2D216-03C6-415E-9939-A952EFC47CA2}" type="sibTrans" cxnId="{F44F01F9-ACFC-4BA6-A2F2-9CA7DF54A0B1}">
      <dgm:prSet/>
      <dgm:spPr/>
      <dgm:t>
        <a:bodyPr/>
        <a:lstStyle/>
        <a:p>
          <a:endParaRPr lang="fr-FR"/>
        </a:p>
      </dgm:t>
    </dgm:pt>
    <dgm:pt modelId="{373D26C0-5155-429D-AE56-2084B2143568}" type="pres">
      <dgm:prSet presAssocID="{A85020EB-063C-4A3F-B422-E4E6F902FD42}" presName="Name0" presStyleCnt="0">
        <dgm:presLayoutVars>
          <dgm:dir/>
          <dgm:animLvl val="lvl"/>
          <dgm:resizeHandles val="exact"/>
        </dgm:presLayoutVars>
      </dgm:prSet>
      <dgm:spPr/>
    </dgm:pt>
    <dgm:pt modelId="{15618AE0-5EA3-4A73-A6F9-BBE16AC2FB4F}" type="pres">
      <dgm:prSet presAssocID="{95B35FD4-D0AD-4490-B91A-1C3AC37D7221}" presName="composite" presStyleCnt="0"/>
      <dgm:spPr/>
    </dgm:pt>
    <dgm:pt modelId="{9001943B-9E60-4125-9772-76F6B41A5924}" type="pres">
      <dgm:prSet presAssocID="{95B35FD4-D0AD-4490-B91A-1C3AC37D72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0A67835-338E-40A4-BF7E-1AE65606EFC2}" type="pres">
      <dgm:prSet presAssocID="{95B35FD4-D0AD-4490-B91A-1C3AC37D7221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82F6D2C8-302D-4B69-BFD3-BCFBEAC06A6A}" type="pres">
      <dgm:prSet presAssocID="{1D7BF374-E511-4FDA-BCC2-957766C667FF}" presName="space" presStyleCnt="0"/>
      <dgm:spPr/>
    </dgm:pt>
    <dgm:pt modelId="{78CE4810-D237-41B4-A949-F32640149E70}" type="pres">
      <dgm:prSet presAssocID="{32A0AEEB-5F64-4F91-A995-FBD3BD6CBE45}" presName="composite" presStyleCnt="0"/>
      <dgm:spPr/>
    </dgm:pt>
    <dgm:pt modelId="{361EA820-85D7-4013-A4AE-3DAE25AB46D7}" type="pres">
      <dgm:prSet presAssocID="{32A0AEEB-5F64-4F91-A995-FBD3BD6CBE4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36707B-29EC-489B-BA27-0276D672A938}" type="pres">
      <dgm:prSet presAssocID="{32A0AEEB-5F64-4F91-A995-FBD3BD6CBE45}" presName="desTx" presStyleLbl="alignAccFollowNode1" presStyleIdx="1" presStyleCnt="3" custScaleY="100000">
        <dgm:presLayoutVars>
          <dgm:bulletEnabled val="1"/>
        </dgm:presLayoutVars>
      </dgm:prSet>
      <dgm:spPr/>
    </dgm:pt>
    <dgm:pt modelId="{EAF4AF1D-D4BB-40A1-AE51-EF54217CBE4C}" type="pres">
      <dgm:prSet presAssocID="{342F9327-716F-4FC4-BAAB-83B7C98C4346}" presName="space" presStyleCnt="0"/>
      <dgm:spPr/>
    </dgm:pt>
    <dgm:pt modelId="{6A4D7E63-F60F-4719-9B90-C3CD9AFE4910}" type="pres">
      <dgm:prSet presAssocID="{E8AEF27F-85DE-421F-AFED-1B0EFA0D73A7}" presName="composite" presStyleCnt="0"/>
      <dgm:spPr/>
    </dgm:pt>
    <dgm:pt modelId="{217A346E-8CB6-4EBE-9C2A-9C5B19AF0B32}" type="pres">
      <dgm:prSet presAssocID="{E8AEF27F-85DE-421F-AFED-1B0EFA0D73A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4E0289B-3AB7-42FD-BCBC-4E507C13737C}" type="pres">
      <dgm:prSet presAssocID="{E8AEF27F-85DE-421F-AFED-1B0EFA0D73A7}" presName="desTx" presStyleLbl="alignAccFollowNode1" presStyleIdx="2" presStyleCnt="3" custScaleY="100000">
        <dgm:presLayoutVars>
          <dgm:bulletEnabled val="1"/>
        </dgm:presLayoutVars>
      </dgm:prSet>
      <dgm:spPr/>
    </dgm:pt>
  </dgm:ptLst>
  <dgm:cxnLst>
    <dgm:cxn modelId="{331A2505-F039-43EF-966E-8A047FD63CCB}" srcId="{95B35FD4-D0AD-4490-B91A-1C3AC37D7221}" destId="{6E52C161-785B-489C-AA87-8124791DABDF}" srcOrd="1" destOrd="0" parTransId="{0F92AF27-B36B-4C1F-A49B-42DCE10EAB99}" sibTransId="{84C3551A-F2A8-488B-8496-42C8EA87C8B7}"/>
    <dgm:cxn modelId="{909A6B05-85E3-41CC-828A-8FF6EF41FC74}" type="presOf" srcId="{6E52C161-785B-489C-AA87-8124791DABDF}" destId="{F0A67835-338E-40A4-BF7E-1AE65606EFC2}" srcOrd="0" destOrd="1" presId="urn:microsoft.com/office/officeart/2005/8/layout/hList1"/>
    <dgm:cxn modelId="{8A53000C-67CD-44EB-ADDC-CD5CD8E32AE0}" srcId="{32A0AEEB-5F64-4F91-A995-FBD3BD6CBE45}" destId="{9D9A97A2-4BE6-4548-9BD2-D903DBDFAB88}" srcOrd="1" destOrd="0" parTransId="{E229E46F-623F-4296-B447-4F74A16FB3D6}" sibTransId="{93B5B7C6-45F3-40E9-A979-8E61C7B3A5BD}"/>
    <dgm:cxn modelId="{57865021-6AF9-4787-BC02-9FCE9D820C7F}" srcId="{A85020EB-063C-4A3F-B422-E4E6F902FD42}" destId="{32A0AEEB-5F64-4F91-A995-FBD3BD6CBE45}" srcOrd="1" destOrd="0" parTransId="{C745138C-000E-49DD-B280-A16613E560A2}" sibTransId="{342F9327-716F-4FC4-BAAB-83B7C98C4346}"/>
    <dgm:cxn modelId="{7ED78F3E-62D2-4430-BBBE-2B6B10668815}" srcId="{A85020EB-063C-4A3F-B422-E4E6F902FD42}" destId="{95B35FD4-D0AD-4490-B91A-1C3AC37D7221}" srcOrd="0" destOrd="0" parTransId="{27AA99E1-E0DC-410D-BFB7-189CEE2AEC8A}" sibTransId="{1D7BF374-E511-4FDA-BCC2-957766C667FF}"/>
    <dgm:cxn modelId="{5088B661-C04B-4D26-8974-599BA6AF89B8}" srcId="{A85020EB-063C-4A3F-B422-E4E6F902FD42}" destId="{E8AEF27F-85DE-421F-AFED-1B0EFA0D73A7}" srcOrd="2" destOrd="0" parTransId="{4E7AB929-A00A-4322-951B-13B445DD6BE8}" sibTransId="{224B1085-D5E5-4D8A-AE95-61F378F22827}"/>
    <dgm:cxn modelId="{26FFC541-9BB5-4404-B1F7-4D1DCDDBBE94}" type="presOf" srcId="{32A0AEEB-5F64-4F91-A995-FBD3BD6CBE45}" destId="{361EA820-85D7-4013-A4AE-3DAE25AB46D7}" srcOrd="0" destOrd="0" presId="urn:microsoft.com/office/officeart/2005/8/layout/hList1"/>
    <dgm:cxn modelId="{6B796649-1AAE-4CDF-B5F6-725B1B345E33}" srcId="{95B35FD4-D0AD-4490-B91A-1C3AC37D7221}" destId="{0A0E221A-9728-43A5-A025-156EFD782A21}" srcOrd="0" destOrd="0" parTransId="{87B4E701-E2EE-4FB2-9D88-5E6A007F9ABB}" sibTransId="{7B4556FE-B6B6-46B3-8A3C-134345343F1E}"/>
    <dgm:cxn modelId="{CB955656-5D2F-47E8-A559-B2261915AF74}" type="presOf" srcId="{95B35FD4-D0AD-4490-B91A-1C3AC37D7221}" destId="{9001943B-9E60-4125-9772-76F6B41A5924}" srcOrd="0" destOrd="0" presId="urn:microsoft.com/office/officeart/2005/8/layout/hList1"/>
    <dgm:cxn modelId="{B80EDA57-B5CA-429B-B0F9-C8EEED89A38E}" srcId="{E8AEF27F-85DE-421F-AFED-1B0EFA0D73A7}" destId="{790BEA9F-C11F-4556-8502-39DEC464BB09}" srcOrd="0" destOrd="0" parTransId="{9BC7D59B-2A48-45D0-BF10-6A31309A0813}" sibTransId="{C163E07F-AAFD-4F50-A8E8-164B9F6F6B83}"/>
    <dgm:cxn modelId="{C282557C-913F-4EF6-B595-A23B0D6F47C7}" type="presOf" srcId="{A85020EB-063C-4A3F-B422-E4E6F902FD42}" destId="{373D26C0-5155-429D-AE56-2084B2143568}" srcOrd="0" destOrd="0" presId="urn:microsoft.com/office/officeart/2005/8/layout/hList1"/>
    <dgm:cxn modelId="{87A37398-D1CB-43BD-9F81-352D5742CF2B}" type="presOf" srcId="{9D9A97A2-4BE6-4548-9BD2-D903DBDFAB88}" destId="{DC36707B-29EC-489B-BA27-0276D672A938}" srcOrd="0" destOrd="1" presId="urn:microsoft.com/office/officeart/2005/8/layout/hList1"/>
    <dgm:cxn modelId="{233003A1-0BD7-4B20-849E-A4B9AB828B6C}" type="presOf" srcId="{0A0E221A-9728-43A5-A025-156EFD782A21}" destId="{F0A67835-338E-40A4-BF7E-1AE65606EFC2}" srcOrd="0" destOrd="0" presId="urn:microsoft.com/office/officeart/2005/8/layout/hList1"/>
    <dgm:cxn modelId="{623453A1-C7F7-4862-9730-5730B02313C8}" type="presOf" srcId="{F319DE95-8A4C-44BC-83C8-358533BE2ECC}" destId="{DC36707B-29EC-489B-BA27-0276D672A938}" srcOrd="0" destOrd="0" presId="urn:microsoft.com/office/officeart/2005/8/layout/hList1"/>
    <dgm:cxn modelId="{415A4AA4-81C3-4A95-82B0-EE9421F117A6}" srcId="{32A0AEEB-5F64-4F91-A995-FBD3BD6CBE45}" destId="{F319DE95-8A4C-44BC-83C8-358533BE2ECC}" srcOrd="0" destOrd="0" parTransId="{17B3EB75-DA8D-4F34-B226-2ADFD1E8C518}" sibTransId="{DD62173B-F642-404C-9AE4-03BA4700F290}"/>
    <dgm:cxn modelId="{394E4DD4-9798-4FD4-A68F-14440A32B751}" type="presOf" srcId="{E8AEF27F-85DE-421F-AFED-1B0EFA0D73A7}" destId="{217A346E-8CB6-4EBE-9C2A-9C5B19AF0B32}" srcOrd="0" destOrd="0" presId="urn:microsoft.com/office/officeart/2005/8/layout/hList1"/>
    <dgm:cxn modelId="{FAA842DB-3D12-4F4F-B1B4-4D01D4D779C0}" type="presOf" srcId="{DA0DFC97-20B4-4B05-9A74-DA4614AFDC05}" destId="{C4E0289B-3AB7-42FD-BCBC-4E507C13737C}" srcOrd="0" destOrd="1" presId="urn:microsoft.com/office/officeart/2005/8/layout/hList1"/>
    <dgm:cxn modelId="{4AB865E4-8617-43F9-A5C1-52C6C504B412}" type="presOf" srcId="{790BEA9F-C11F-4556-8502-39DEC464BB09}" destId="{C4E0289B-3AB7-42FD-BCBC-4E507C13737C}" srcOrd="0" destOrd="0" presId="urn:microsoft.com/office/officeart/2005/8/layout/hList1"/>
    <dgm:cxn modelId="{F44F01F9-ACFC-4BA6-A2F2-9CA7DF54A0B1}" srcId="{E8AEF27F-85DE-421F-AFED-1B0EFA0D73A7}" destId="{DA0DFC97-20B4-4B05-9A74-DA4614AFDC05}" srcOrd="1" destOrd="0" parTransId="{10547827-8B64-4267-956A-C66E423411B1}" sibTransId="{CDD2D216-03C6-415E-9939-A952EFC47CA2}"/>
    <dgm:cxn modelId="{AB71B61F-ECEF-400A-9F55-521ABE63BCA3}" type="presParOf" srcId="{373D26C0-5155-429D-AE56-2084B2143568}" destId="{15618AE0-5EA3-4A73-A6F9-BBE16AC2FB4F}" srcOrd="0" destOrd="0" presId="urn:microsoft.com/office/officeart/2005/8/layout/hList1"/>
    <dgm:cxn modelId="{127128FD-EB30-460A-8297-EC3740F44544}" type="presParOf" srcId="{15618AE0-5EA3-4A73-A6F9-BBE16AC2FB4F}" destId="{9001943B-9E60-4125-9772-76F6B41A5924}" srcOrd="0" destOrd="0" presId="urn:microsoft.com/office/officeart/2005/8/layout/hList1"/>
    <dgm:cxn modelId="{5114B8C8-0A90-42DF-8EB9-8BF26F880B4E}" type="presParOf" srcId="{15618AE0-5EA3-4A73-A6F9-BBE16AC2FB4F}" destId="{F0A67835-338E-40A4-BF7E-1AE65606EFC2}" srcOrd="1" destOrd="0" presId="urn:microsoft.com/office/officeart/2005/8/layout/hList1"/>
    <dgm:cxn modelId="{B8823866-AC94-44E9-8F59-4F9DC3F0E832}" type="presParOf" srcId="{373D26C0-5155-429D-AE56-2084B2143568}" destId="{82F6D2C8-302D-4B69-BFD3-BCFBEAC06A6A}" srcOrd="1" destOrd="0" presId="urn:microsoft.com/office/officeart/2005/8/layout/hList1"/>
    <dgm:cxn modelId="{5C01BB5D-3E41-4BCB-818B-24B733119E0B}" type="presParOf" srcId="{373D26C0-5155-429D-AE56-2084B2143568}" destId="{78CE4810-D237-41B4-A949-F32640149E70}" srcOrd="2" destOrd="0" presId="urn:microsoft.com/office/officeart/2005/8/layout/hList1"/>
    <dgm:cxn modelId="{61F22957-10FF-4E61-A290-584DE0D0A488}" type="presParOf" srcId="{78CE4810-D237-41B4-A949-F32640149E70}" destId="{361EA820-85D7-4013-A4AE-3DAE25AB46D7}" srcOrd="0" destOrd="0" presId="urn:microsoft.com/office/officeart/2005/8/layout/hList1"/>
    <dgm:cxn modelId="{401C7244-76BF-4DE8-A907-6DEF9A4BCC78}" type="presParOf" srcId="{78CE4810-D237-41B4-A949-F32640149E70}" destId="{DC36707B-29EC-489B-BA27-0276D672A938}" srcOrd="1" destOrd="0" presId="urn:microsoft.com/office/officeart/2005/8/layout/hList1"/>
    <dgm:cxn modelId="{1F79F770-1AAD-498C-A98E-461D83703D03}" type="presParOf" srcId="{373D26C0-5155-429D-AE56-2084B2143568}" destId="{EAF4AF1D-D4BB-40A1-AE51-EF54217CBE4C}" srcOrd="3" destOrd="0" presId="urn:microsoft.com/office/officeart/2005/8/layout/hList1"/>
    <dgm:cxn modelId="{1590398B-19DF-4F1A-A4DC-12FBDCF89857}" type="presParOf" srcId="{373D26C0-5155-429D-AE56-2084B2143568}" destId="{6A4D7E63-F60F-4719-9B90-C3CD9AFE4910}" srcOrd="4" destOrd="0" presId="urn:microsoft.com/office/officeart/2005/8/layout/hList1"/>
    <dgm:cxn modelId="{CA03B8B3-33B5-4E1D-9B79-8AD405C4A039}" type="presParOf" srcId="{6A4D7E63-F60F-4719-9B90-C3CD9AFE4910}" destId="{217A346E-8CB6-4EBE-9C2A-9C5B19AF0B32}" srcOrd="0" destOrd="0" presId="urn:microsoft.com/office/officeart/2005/8/layout/hList1"/>
    <dgm:cxn modelId="{E24FD3B7-F58D-4780-9D4F-0397DF66BCDB}" type="presParOf" srcId="{6A4D7E63-F60F-4719-9B90-C3CD9AFE4910}" destId="{C4E0289B-3AB7-42FD-BCBC-4E507C13737C}" srcOrd="1" destOrd="0" presId="urn:microsoft.com/office/officeart/2005/8/layout/hList1"/>
  </dgm:cxnLst>
  <dgm:bg>
    <a:solidFill>
      <a:srgbClr val="E2E8E4"/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5020EB-063C-4A3F-B422-E4E6F902FD4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5B35FD4-D0AD-4490-B91A-1C3AC37D7221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r-FR" sz="1400" b="1" dirty="0"/>
            <a:t>Protocole actuel</a:t>
          </a:r>
          <a:endParaRPr lang="fr-FR" sz="1400" dirty="0"/>
        </a:p>
      </dgm:t>
    </dgm:pt>
    <dgm:pt modelId="{27AA99E1-E0DC-410D-BFB7-189CEE2AEC8A}" type="parTrans" cxnId="{7ED78F3E-62D2-4430-BBBE-2B6B10668815}">
      <dgm:prSet/>
      <dgm:spPr/>
      <dgm:t>
        <a:bodyPr/>
        <a:lstStyle/>
        <a:p>
          <a:endParaRPr lang="fr-FR"/>
        </a:p>
      </dgm:t>
    </dgm:pt>
    <dgm:pt modelId="{1D7BF374-E511-4FDA-BCC2-957766C667FF}" type="sibTrans" cxnId="{7ED78F3E-62D2-4430-BBBE-2B6B10668815}">
      <dgm:prSet/>
      <dgm:spPr/>
      <dgm:t>
        <a:bodyPr/>
        <a:lstStyle/>
        <a:p>
          <a:endParaRPr lang="fr-FR"/>
        </a:p>
      </dgm:t>
    </dgm:pt>
    <dgm:pt modelId="{0A0E221A-9728-43A5-A025-156EFD782A21}">
      <dgm:prSet phldrT="[Texte]" custT="1"/>
      <dgm:spPr>
        <a:solidFill>
          <a:srgbClr val="F3F6F4"/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Réaction limitée </a:t>
          </a:r>
        </a:p>
      </dgm:t>
    </dgm:pt>
    <dgm:pt modelId="{87B4E701-E2EE-4FB2-9D88-5E6A007F9ABB}" type="parTrans" cxnId="{6B796649-1AAE-4CDF-B5F6-725B1B345E33}">
      <dgm:prSet/>
      <dgm:spPr/>
      <dgm:t>
        <a:bodyPr/>
        <a:lstStyle/>
        <a:p>
          <a:endParaRPr lang="fr-FR"/>
        </a:p>
      </dgm:t>
    </dgm:pt>
    <dgm:pt modelId="{7B4556FE-B6B6-46B3-8A3C-134345343F1E}" type="sibTrans" cxnId="{6B796649-1AAE-4CDF-B5F6-725B1B345E33}">
      <dgm:prSet/>
      <dgm:spPr/>
      <dgm:t>
        <a:bodyPr/>
        <a:lstStyle/>
        <a:p>
          <a:endParaRPr lang="fr-FR"/>
        </a:p>
      </dgm:t>
    </dgm:pt>
    <dgm:pt modelId="{6E52C161-785B-489C-AA87-8124791DABDF}">
      <dgm:prSet phldrT="[Texte]" custT="1"/>
      <dgm:spPr>
        <a:solidFill>
          <a:srgbClr val="F3F6F4"/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Temps de réaction  trop cours</a:t>
          </a:r>
        </a:p>
      </dgm:t>
    </dgm:pt>
    <dgm:pt modelId="{0F92AF27-B36B-4C1F-A49B-42DCE10EAB99}" type="parTrans" cxnId="{331A2505-F039-43EF-966E-8A047FD63CCB}">
      <dgm:prSet/>
      <dgm:spPr/>
      <dgm:t>
        <a:bodyPr/>
        <a:lstStyle/>
        <a:p>
          <a:endParaRPr lang="fr-FR"/>
        </a:p>
      </dgm:t>
    </dgm:pt>
    <dgm:pt modelId="{84C3551A-F2A8-488B-8496-42C8EA87C8B7}" type="sibTrans" cxnId="{331A2505-F039-43EF-966E-8A047FD63CCB}">
      <dgm:prSet/>
      <dgm:spPr/>
      <dgm:t>
        <a:bodyPr/>
        <a:lstStyle/>
        <a:p>
          <a:endParaRPr lang="fr-FR"/>
        </a:p>
      </dgm:t>
    </dgm:pt>
    <dgm:pt modelId="{32A0AEEB-5F64-4F91-A995-FBD3BD6CBE45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 startAt="2"/>
          </a:pPr>
          <a:r>
            <a:rPr lang="fr-FR" sz="1400" b="1" dirty="0"/>
            <a:t>Dean-Stark</a:t>
          </a:r>
          <a:endParaRPr lang="fr-FR" sz="1400" dirty="0"/>
        </a:p>
      </dgm:t>
    </dgm:pt>
    <dgm:pt modelId="{C745138C-000E-49DD-B280-A16613E560A2}" type="parTrans" cxnId="{57865021-6AF9-4787-BC02-9FCE9D820C7F}">
      <dgm:prSet/>
      <dgm:spPr/>
      <dgm:t>
        <a:bodyPr/>
        <a:lstStyle/>
        <a:p>
          <a:endParaRPr lang="fr-FR"/>
        </a:p>
      </dgm:t>
    </dgm:pt>
    <dgm:pt modelId="{342F9327-716F-4FC4-BAAB-83B7C98C4346}" type="sibTrans" cxnId="{57865021-6AF9-4787-BC02-9FCE9D820C7F}">
      <dgm:prSet/>
      <dgm:spPr/>
      <dgm:t>
        <a:bodyPr/>
        <a:lstStyle/>
        <a:p>
          <a:endParaRPr lang="fr-FR"/>
        </a:p>
      </dgm:t>
    </dgm:pt>
    <dgm:pt modelId="{F319DE95-8A4C-44BC-83C8-358533BE2ECC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Déplacement d’équilibre</a:t>
          </a:r>
        </a:p>
      </dgm:t>
    </dgm:pt>
    <dgm:pt modelId="{17B3EB75-DA8D-4F34-B226-2ADFD1E8C518}" type="parTrans" cxnId="{415A4AA4-81C3-4A95-82B0-EE9421F117A6}">
      <dgm:prSet/>
      <dgm:spPr/>
      <dgm:t>
        <a:bodyPr/>
        <a:lstStyle/>
        <a:p>
          <a:endParaRPr lang="fr-FR"/>
        </a:p>
      </dgm:t>
    </dgm:pt>
    <dgm:pt modelId="{DD62173B-F642-404C-9AE4-03BA4700F290}" type="sibTrans" cxnId="{415A4AA4-81C3-4A95-82B0-EE9421F117A6}">
      <dgm:prSet/>
      <dgm:spPr/>
      <dgm:t>
        <a:bodyPr/>
        <a:lstStyle/>
        <a:p>
          <a:endParaRPr lang="fr-FR"/>
        </a:p>
      </dgm:t>
    </dgm:pt>
    <dgm:pt modelId="{9D9A97A2-4BE6-4548-9BD2-D903DBDFAB88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FF0000"/>
              </a:solidFill>
            </a:rPr>
            <a:t>Cyclohexane présent</a:t>
          </a:r>
        </a:p>
      </dgm:t>
    </dgm:pt>
    <dgm:pt modelId="{E229E46F-623F-4296-B447-4F74A16FB3D6}" type="parTrans" cxnId="{8A53000C-67CD-44EB-ADDC-CD5CD8E32AE0}">
      <dgm:prSet/>
      <dgm:spPr/>
      <dgm:t>
        <a:bodyPr/>
        <a:lstStyle/>
        <a:p>
          <a:endParaRPr lang="fr-FR"/>
        </a:p>
      </dgm:t>
    </dgm:pt>
    <dgm:pt modelId="{93B5B7C6-45F3-40E9-A979-8E61C7B3A5BD}" type="sibTrans" cxnId="{8A53000C-67CD-44EB-ADDC-CD5CD8E32AE0}">
      <dgm:prSet/>
      <dgm:spPr/>
      <dgm:t>
        <a:bodyPr/>
        <a:lstStyle/>
        <a:p>
          <a:endParaRPr lang="fr-FR"/>
        </a:p>
      </dgm:t>
    </dgm:pt>
    <dgm:pt modelId="{E8AEF27F-85DE-421F-AFED-1B0EFA0D73A7}">
      <dgm:prSet phldrT="[Texte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Font typeface="+mj-lt"/>
            <a:buAutoNum type="arabicPeriod" startAt="3"/>
          </a:pPr>
          <a:r>
            <a:rPr lang="fr-FR" sz="1400" b="1" dirty="0"/>
            <a:t>Avec chlorure d’éthanoyle</a:t>
          </a:r>
          <a:endParaRPr lang="fr-FR" sz="1400" dirty="0"/>
        </a:p>
      </dgm:t>
    </dgm:pt>
    <dgm:pt modelId="{4E7AB929-A00A-4322-951B-13B445DD6BE8}" type="parTrans" cxnId="{5088B661-C04B-4D26-8974-599BA6AF89B8}">
      <dgm:prSet/>
      <dgm:spPr/>
      <dgm:t>
        <a:bodyPr/>
        <a:lstStyle/>
        <a:p>
          <a:endParaRPr lang="fr-FR"/>
        </a:p>
      </dgm:t>
    </dgm:pt>
    <dgm:pt modelId="{224B1085-D5E5-4D8A-AE95-61F378F22827}" type="sibTrans" cxnId="{5088B661-C04B-4D26-8974-599BA6AF89B8}">
      <dgm:prSet/>
      <dgm:spPr/>
      <dgm:t>
        <a:bodyPr/>
        <a:lstStyle/>
        <a:p>
          <a:endParaRPr lang="fr-FR"/>
        </a:p>
      </dgm:t>
    </dgm:pt>
    <dgm:pt modelId="{790BEA9F-C11F-4556-8502-39DEC464BB09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Réaction quantitative</a:t>
          </a:r>
        </a:p>
      </dgm:t>
    </dgm:pt>
    <dgm:pt modelId="{9BC7D59B-2A48-45D0-BF10-6A31309A0813}" type="parTrans" cxnId="{B80EDA57-B5CA-429B-B0F9-C8EEED89A38E}">
      <dgm:prSet/>
      <dgm:spPr/>
      <dgm:t>
        <a:bodyPr/>
        <a:lstStyle/>
        <a:p>
          <a:endParaRPr lang="fr-FR"/>
        </a:p>
      </dgm:t>
    </dgm:pt>
    <dgm:pt modelId="{C163E07F-AAFD-4F50-A8E8-164B9F6F6B83}" type="sibTrans" cxnId="{B80EDA57-B5CA-429B-B0F9-C8EEED89A38E}">
      <dgm:prSet/>
      <dgm:spPr/>
      <dgm:t>
        <a:bodyPr/>
        <a:lstStyle/>
        <a:p>
          <a:endParaRPr lang="fr-FR"/>
        </a:p>
      </dgm:t>
    </dgm:pt>
    <dgm:pt modelId="{DA0DFC97-20B4-4B05-9A74-DA4614AFDC05}">
      <dgm:prSet phldrT="[Texte]" custT="1"/>
      <dgm:spPr>
        <a:solidFill>
          <a:srgbClr val="F3F6F4">
            <a:alpha val="90000"/>
          </a:srgbClr>
        </a:solidFill>
      </dgm:spPr>
      <dgm:t>
        <a:bodyPr/>
        <a:lstStyle/>
        <a:p>
          <a:r>
            <a:rPr lang="fr-FR" sz="1400" dirty="0">
              <a:solidFill>
                <a:srgbClr val="00B050"/>
              </a:solidFill>
            </a:rPr>
            <a:t>Produit avec bonne pureté</a:t>
          </a:r>
        </a:p>
      </dgm:t>
    </dgm:pt>
    <dgm:pt modelId="{10547827-8B64-4267-956A-C66E423411B1}" type="parTrans" cxnId="{F44F01F9-ACFC-4BA6-A2F2-9CA7DF54A0B1}">
      <dgm:prSet/>
      <dgm:spPr/>
      <dgm:t>
        <a:bodyPr/>
        <a:lstStyle/>
        <a:p>
          <a:endParaRPr lang="fr-FR"/>
        </a:p>
      </dgm:t>
    </dgm:pt>
    <dgm:pt modelId="{CDD2D216-03C6-415E-9939-A952EFC47CA2}" type="sibTrans" cxnId="{F44F01F9-ACFC-4BA6-A2F2-9CA7DF54A0B1}">
      <dgm:prSet/>
      <dgm:spPr/>
      <dgm:t>
        <a:bodyPr/>
        <a:lstStyle/>
        <a:p>
          <a:endParaRPr lang="fr-FR"/>
        </a:p>
      </dgm:t>
    </dgm:pt>
    <dgm:pt modelId="{373D26C0-5155-429D-AE56-2084B2143568}" type="pres">
      <dgm:prSet presAssocID="{A85020EB-063C-4A3F-B422-E4E6F902FD42}" presName="Name0" presStyleCnt="0">
        <dgm:presLayoutVars>
          <dgm:dir/>
          <dgm:animLvl val="lvl"/>
          <dgm:resizeHandles val="exact"/>
        </dgm:presLayoutVars>
      </dgm:prSet>
      <dgm:spPr/>
    </dgm:pt>
    <dgm:pt modelId="{15618AE0-5EA3-4A73-A6F9-BBE16AC2FB4F}" type="pres">
      <dgm:prSet presAssocID="{95B35FD4-D0AD-4490-B91A-1C3AC37D7221}" presName="composite" presStyleCnt="0"/>
      <dgm:spPr/>
    </dgm:pt>
    <dgm:pt modelId="{9001943B-9E60-4125-9772-76F6B41A5924}" type="pres">
      <dgm:prSet presAssocID="{95B35FD4-D0AD-4490-B91A-1C3AC37D72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0A67835-338E-40A4-BF7E-1AE65606EFC2}" type="pres">
      <dgm:prSet presAssocID="{95B35FD4-D0AD-4490-B91A-1C3AC37D7221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82F6D2C8-302D-4B69-BFD3-BCFBEAC06A6A}" type="pres">
      <dgm:prSet presAssocID="{1D7BF374-E511-4FDA-BCC2-957766C667FF}" presName="space" presStyleCnt="0"/>
      <dgm:spPr/>
    </dgm:pt>
    <dgm:pt modelId="{78CE4810-D237-41B4-A949-F32640149E70}" type="pres">
      <dgm:prSet presAssocID="{32A0AEEB-5F64-4F91-A995-FBD3BD6CBE45}" presName="composite" presStyleCnt="0"/>
      <dgm:spPr/>
    </dgm:pt>
    <dgm:pt modelId="{361EA820-85D7-4013-A4AE-3DAE25AB46D7}" type="pres">
      <dgm:prSet presAssocID="{32A0AEEB-5F64-4F91-A995-FBD3BD6CBE4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36707B-29EC-489B-BA27-0276D672A938}" type="pres">
      <dgm:prSet presAssocID="{32A0AEEB-5F64-4F91-A995-FBD3BD6CBE45}" presName="desTx" presStyleLbl="alignAccFollowNode1" presStyleIdx="1" presStyleCnt="3" custScaleY="100000">
        <dgm:presLayoutVars>
          <dgm:bulletEnabled val="1"/>
        </dgm:presLayoutVars>
      </dgm:prSet>
      <dgm:spPr/>
    </dgm:pt>
    <dgm:pt modelId="{EAF4AF1D-D4BB-40A1-AE51-EF54217CBE4C}" type="pres">
      <dgm:prSet presAssocID="{342F9327-716F-4FC4-BAAB-83B7C98C4346}" presName="space" presStyleCnt="0"/>
      <dgm:spPr/>
    </dgm:pt>
    <dgm:pt modelId="{6A4D7E63-F60F-4719-9B90-C3CD9AFE4910}" type="pres">
      <dgm:prSet presAssocID="{E8AEF27F-85DE-421F-AFED-1B0EFA0D73A7}" presName="composite" presStyleCnt="0"/>
      <dgm:spPr/>
    </dgm:pt>
    <dgm:pt modelId="{217A346E-8CB6-4EBE-9C2A-9C5B19AF0B32}" type="pres">
      <dgm:prSet presAssocID="{E8AEF27F-85DE-421F-AFED-1B0EFA0D73A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4E0289B-3AB7-42FD-BCBC-4E507C13737C}" type="pres">
      <dgm:prSet presAssocID="{E8AEF27F-85DE-421F-AFED-1B0EFA0D73A7}" presName="desTx" presStyleLbl="alignAccFollowNode1" presStyleIdx="2" presStyleCnt="3" custScaleY="100000">
        <dgm:presLayoutVars>
          <dgm:bulletEnabled val="1"/>
        </dgm:presLayoutVars>
      </dgm:prSet>
      <dgm:spPr/>
    </dgm:pt>
  </dgm:ptLst>
  <dgm:cxnLst>
    <dgm:cxn modelId="{331A2505-F039-43EF-966E-8A047FD63CCB}" srcId="{95B35FD4-D0AD-4490-B91A-1C3AC37D7221}" destId="{6E52C161-785B-489C-AA87-8124791DABDF}" srcOrd="1" destOrd="0" parTransId="{0F92AF27-B36B-4C1F-A49B-42DCE10EAB99}" sibTransId="{84C3551A-F2A8-488B-8496-42C8EA87C8B7}"/>
    <dgm:cxn modelId="{909A6B05-85E3-41CC-828A-8FF6EF41FC74}" type="presOf" srcId="{6E52C161-785B-489C-AA87-8124791DABDF}" destId="{F0A67835-338E-40A4-BF7E-1AE65606EFC2}" srcOrd="0" destOrd="1" presId="urn:microsoft.com/office/officeart/2005/8/layout/hList1"/>
    <dgm:cxn modelId="{8A53000C-67CD-44EB-ADDC-CD5CD8E32AE0}" srcId="{32A0AEEB-5F64-4F91-A995-FBD3BD6CBE45}" destId="{9D9A97A2-4BE6-4548-9BD2-D903DBDFAB88}" srcOrd="1" destOrd="0" parTransId="{E229E46F-623F-4296-B447-4F74A16FB3D6}" sibTransId="{93B5B7C6-45F3-40E9-A979-8E61C7B3A5BD}"/>
    <dgm:cxn modelId="{57865021-6AF9-4787-BC02-9FCE9D820C7F}" srcId="{A85020EB-063C-4A3F-B422-E4E6F902FD42}" destId="{32A0AEEB-5F64-4F91-A995-FBD3BD6CBE45}" srcOrd="1" destOrd="0" parTransId="{C745138C-000E-49DD-B280-A16613E560A2}" sibTransId="{342F9327-716F-4FC4-BAAB-83B7C98C4346}"/>
    <dgm:cxn modelId="{7ED78F3E-62D2-4430-BBBE-2B6B10668815}" srcId="{A85020EB-063C-4A3F-B422-E4E6F902FD42}" destId="{95B35FD4-D0AD-4490-B91A-1C3AC37D7221}" srcOrd="0" destOrd="0" parTransId="{27AA99E1-E0DC-410D-BFB7-189CEE2AEC8A}" sibTransId="{1D7BF374-E511-4FDA-BCC2-957766C667FF}"/>
    <dgm:cxn modelId="{5088B661-C04B-4D26-8974-599BA6AF89B8}" srcId="{A85020EB-063C-4A3F-B422-E4E6F902FD42}" destId="{E8AEF27F-85DE-421F-AFED-1B0EFA0D73A7}" srcOrd="2" destOrd="0" parTransId="{4E7AB929-A00A-4322-951B-13B445DD6BE8}" sibTransId="{224B1085-D5E5-4D8A-AE95-61F378F22827}"/>
    <dgm:cxn modelId="{26FFC541-9BB5-4404-B1F7-4D1DCDDBBE94}" type="presOf" srcId="{32A0AEEB-5F64-4F91-A995-FBD3BD6CBE45}" destId="{361EA820-85D7-4013-A4AE-3DAE25AB46D7}" srcOrd="0" destOrd="0" presId="urn:microsoft.com/office/officeart/2005/8/layout/hList1"/>
    <dgm:cxn modelId="{6B796649-1AAE-4CDF-B5F6-725B1B345E33}" srcId="{95B35FD4-D0AD-4490-B91A-1C3AC37D7221}" destId="{0A0E221A-9728-43A5-A025-156EFD782A21}" srcOrd="0" destOrd="0" parTransId="{87B4E701-E2EE-4FB2-9D88-5E6A007F9ABB}" sibTransId="{7B4556FE-B6B6-46B3-8A3C-134345343F1E}"/>
    <dgm:cxn modelId="{CB955656-5D2F-47E8-A559-B2261915AF74}" type="presOf" srcId="{95B35FD4-D0AD-4490-B91A-1C3AC37D7221}" destId="{9001943B-9E60-4125-9772-76F6B41A5924}" srcOrd="0" destOrd="0" presId="urn:microsoft.com/office/officeart/2005/8/layout/hList1"/>
    <dgm:cxn modelId="{B80EDA57-B5CA-429B-B0F9-C8EEED89A38E}" srcId="{E8AEF27F-85DE-421F-AFED-1B0EFA0D73A7}" destId="{790BEA9F-C11F-4556-8502-39DEC464BB09}" srcOrd="0" destOrd="0" parTransId="{9BC7D59B-2A48-45D0-BF10-6A31309A0813}" sibTransId="{C163E07F-AAFD-4F50-A8E8-164B9F6F6B83}"/>
    <dgm:cxn modelId="{C282557C-913F-4EF6-B595-A23B0D6F47C7}" type="presOf" srcId="{A85020EB-063C-4A3F-B422-E4E6F902FD42}" destId="{373D26C0-5155-429D-AE56-2084B2143568}" srcOrd="0" destOrd="0" presId="urn:microsoft.com/office/officeart/2005/8/layout/hList1"/>
    <dgm:cxn modelId="{87A37398-D1CB-43BD-9F81-352D5742CF2B}" type="presOf" srcId="{9D9A97A2-4BE6-4548-9BD2-D903DBDFAB88}" destId="{DC36707B-29EC-489B-BA27-0276D672A938}" srcOrd="0" destOrd="1" presId="urn:microsoft.com/office/officeart/2005/8/layout/hList1"/>
    <dgm:cxn modelId="{233003A1-0BD7-4B20-849E-A4B9AB828B6C}" type="presOf" srcId="{0A0E221A-9728-43A5-A025-156EFD782A21}" destId="{F0A67835-338E-40A4-BF7E-1AE65606EFC2}" srcOrd="0" destOrd="0" presId="urn:microsoft.com/office/officeart/2005/8/layout/hList1"/>
    <dgm:cxn modelId="{623453A1-C7F7-4862-9730-5730B02313C8}" type="presOf" srcId="{F319DE95-8A4C-44BC-83C8-358533BE2ECC}" destId="{DC36707B-29EC-489B-BA27-0276D672A938}" srcOrd="0" destOrd="0" presId="urn:microsoft.com/office/officeart/2005/8/layout/hList1"/>
    <dgm:cxn modelId="{415A4AA4-81C3-4A95-82B0-EE9421F117A6}" srcId="{32A0AEEB-5F64-4F91-A995-FBD3BD6CBE45}" destId="{F319DE95-8A4C-44BC-83C8-358533BE2ECC}" srcOrd="0" destOrd="0" parTransId="{17B3EB75-DA8D-4F34-B226-2ADFD1E8C518}" sibTransId="{DD62173B-F642-404C-9AE4-03BA4700F290}"/>
    <dgm:cxn modelId="{394E4DD4-9798-4FD4-A68F-14440A32B751}" type="presOf" srcId="{E8AEF27F-85DE-421F-AFED-1B0EFA0D73A7}" destId="{217A346E-8CB6-4EBE-9C2A-9C5B19AF0B32}" srcOrd="0" destOrd="0" presId="urn:microsoft.com/office/officeart/2005/8/layout/hList1"/>
    <dgm:cxn modelId="{FAA842DB-3D12-4F4F-B1B4-4D01D4D779C0}" type="presOf" srcId="{DA0DFC97-20B4-4B05-9A74-DA4614AFDC05}" destId="{C4E0289B-3AB7-42FD-BCBC-4E507C13737C}" srcOrd="0" destOrd="1" presId="urn:microsoft.com/office/officeart/2005/8/layout/hList1"/>
    <dgm:cxn modelId="{4AB865E4-8617-43F9-A5C1-52C6C504B412}" type="presOf" srcId="{790BEA9F-C11F-4556-8502-39DEC464BB09}" destId="{C4E0289B-3AB7-42FD-BCBC-4E507C13737C}" srcOrd="0" destOrd="0" presId="urn:microsoft.com/office/officeart/2005/8/layout/hList1"/>
    <dgm:cxn modelId="{F44F01F9-ACFC-4BA6-A2F2-9CA7DF54A0B1}" srcId="{E8AEF27F-85DE-421F-AFED-1B0EFA0D73A7}" destId="{DA0DFC97-20B4-4B05-9A74-DA4614AFDC05}" srcOrd="1" destOrd="0" parTransId="{10547827-8B64-4267-956A-C66E423411B1}" sibTransId="{CDD2D216-03C6-415E-9939-A952EFC47CA2}"/>
    <dgm:cxn modelId="{AB71B61F-ECEF-400A-9F55-521ABE63BCA3}" type="presParOf" srcId="{373D26C0-5155-429D-AE56-2084B2143568}" destId="{15618AE0-5EA3-4A73-A6F9-BBE16AC2FB4F}" srcOrd="0" destOrd="0" presId="urn:microsoft.com/office/officeart/2005/8/layout/hList1"/>
    <dgm:cxn modelId="{127128FD-EB30-460A-8297-EC3740F44544}" type="presParOf" srcId="{15618AE0-5EA3-4A73-A6F9-BBE16AC2FB4F}" destId="{9001943B-9E60-4125-9772-76F6B41A5924}" srcOrd="0" destOrd="0" presId="urn:microsoft.com/office/officeart/2005/8/layout/hList1"/>
    <dgm:cxn modelId="{5114B8C8-0A90-42DF-8EB9-8BF26F880B4E}" type="presParOf" srcId="{15618AE0-5EA3-4A73-A6F9-BBE16AC2FB4F}" destId="{F0A67835-338E-40A4-BF7E-1AE65606EFC2}" srcOrd="1" destOrd="0" presId="urn:microsoft.com/office/officeart/2005/8/layout/hList1"/>
    <dgm:cxn modelId="{B8823866-AC94-44E9-8F59-4F9DC3F0E832}" type="presParOf" srcId="{373D26C0-5155-429D-AE56-2084B2143568}" destId="{82F6D2C8-302D-4B69-BFD3-BCFBEAC06A6A}" srcOrd="1" destOrd="0" presId="urn:microsoft.com/office/officeart/2005/8/layout/hList1"/>
    <dgm:cxn modelId="{5C01BB5D-3E41-4BCB-818B-24B733119E0B}" type="presParOf" srcId="{373D26C0-5155-429D-AE56-2084B2143568}" destId="{78CE4810-D237-41B4-A949-F32640149E70}" srcOrd="2" destOrd="0" presId="urn:microsoft.com/office/officeart/2005/8/layout/hList1"/>
    <dgm:cxn modelId="{61F22957-10FF-4E61-A290-584DE0D0A488}" type="presParOf" srcId="{78CE4810-D237-41B4-A949-F32640149E70}" destId="{361EA820-85D7-4013-A4AE-3DAE25AB46D7}" srcOrd="0" destOrd="0" presId="urn:microsoft.com/office/officeart/2005/8/layout/hList1"/>
    <dgm:cxn modelId="{401C7244-76BF-4DE8-A907-6DEF9A4BCC78}" type="presParOf" srcId="{78CE4810-D237-41B4-A949-F32640149E70}" destId="{DC36707B-29EC-489B-BA27-0276D672A938}" srcOrd="1" destOrd="0" presId="urn:microsoft.com/office/officeart/2005/8/layout/hList1"/>
    <dgm:cxn modelId="{1F79F770-1AAD-498C-A98E-461D83703D03}" type="presParOf" srcId="{373D26C0-5155-429D-AE56-2084B2143568}" destId="{EAF4AF1D-D4BB-40A1-AE51-EF54217CBE4C}" srcOrd="3" destOrd="0" presId="urn:microsoft.com/office/officeart/2005/8/layout/hList1"/>
    <dgm:cxn modelId="{1590398B-19DF-4F1A-A4DC-12FBDCF89857}" type="presParOf" srcId="{373D26C0-5155-429D-AE56-2084B2143568}" destId="{6A4D7E63-F60F-4719-9B90-C3CD9AFE4910}" srcOrd="4" destOrd="0" presId="urn:microsoft.com/office/officeart/2005/8/layout/hList1"/>
    <dgm:cxn modelId="{CA03B8B3-33B5-4E1D-9B79-8AD405C4A039}" type="presParOf" srcId="{6A4D7E63-F60F-4719-9B90-C3CD9AFE4910}" destId="{217A346E-8CB6-4EBE-9C2A-9C5B19AF0B32}" srcOrd="0" destOrd="0" presId="urn:microsoft.com/office/officeart/2005/8/layout/hList1"/>
    <dgm:cxn modelId="{E24FD3B7-F58D-4780-9D4F-0397DF66BCDB}" type="presParOf" srcId="{6A4D7E63-F60F-4719-9B90-C3CD9AFE4910}" destId="{C4E0289B-3AB7-42FD-BCBC-4E507C13737C}" srcOrd="1" destOrd="0" presId="urn:microsoft.com/office/officeart/2005/8/layout/hList1"/>
  </dgm:cxnLst>
  <dgm:bg>
    <a:solidFill>
      <a:srgbClr val="E2E8E4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FEB601-CF5E-4061-88B5-2B7D67DFA219}" type="doc">
      <dgm:prSet loTypeId="urn:microsoft.com/office/officeart/2005/8/layout/arrow2" loCatId="process" qsTypeId="urn:microsoft.com/office/officeart/2005/8/quickstyle/3d3" qsCatId="3D" csTypeId="urn:microsoft.com/office/officeart/2005/8/colors/accent0_3" csCatId="mainScheme" phldr="1"/>
      <dgm:spPr/>
    </dgm:pt>
    <dgm:pt modelId="{84DE3BD6-124D-4DB9-BA5C-46E008049C26}">
      <dgm:prSet phldrT="[Texte]"/>
      <dgm:spPr/>
      <dgm:t>
        <a:bodyPr/>
        <a:lstStyle/>
        <a:p>
          <a:pPr>
            <a:buFont typeface="+mj-lt"/>
            <a:buAutoNum type="arabicPeriod"/>
          </a:pPr>
          <a:r>
            <a:rPr lang="fr-FR" b="1" dirty="0"/>
            <a:t>Protocole actuel</a:t>
          </a:r>
        </a:p>
      </dgm:t>
    </dgm:pt>
    <dgm:pt modelId="{DB1FEBD7-21A6-4A6E-A73F-846E5006B943}" type="parTrans" cxnId="{62D938E9-48DF-4872-82A4-6857122A1DCE}">
      <dgm:prSet/>
      <dgm:spPr/>
      <dgm:t>
        <a:bodyPr/>
        <a:lstStyle/>
        <a:p>
          <a:endParaRPr lang="fr-FR"/>
        </a:p>
      </dgm:t>
    </dgm:pt>
    <dgm:pt modelId="{60069A72-7183-47A6-A9A8-A0F6F38F4113}" type="sibTrans" cxnId="{62D938E9-48DF-4872-82A4-6857122A1DCE}">
      <dgm:prSet/>
      <dgm:spPr/>
      <dgm:t>
        <a:bodyPr/>
        <a:lstStyle/>
        <a:p>
          <a:endParaRPr lang="fr-FR"/>
        </a:p>
      </dgm:t>
    </dgm:pt>
    <dgm:pt modelId="{0BDC6FFA-260F-4435-86A4-91AC14D129C9}">
      <dgm:prSet phldrT="[Texte]"/>
      <dgm:spPr/>
      <dgm:t>
        <a:bodyPr/>
        <a:lstStyle/>
        <a:p>
          <a:pPr>
            <a:buFont typeface="+mj-lt"/>
            <a:buAutoNum type="arabicPeriod" startAt="2"/>
          </a:pPr>
          <a:r>
            <a:rPr lang="fr-FR" b="1" dirty="0"/>
            <a:t>Dean-Stark</a:t>
          </a:r>
        </a:p>
      </dgm:t>
    </dgm:pt>
    <dgm:pt modelId="{37246AF3-8E2A-4281-AC02-90312131BD6B}" type="parTrans" cxnId="{07A6F5B7-5707-400F-AA68-804965F8985D}">
      <dgm:prSet/>
      <dgm:spPr/>
      <dgm:t>
        <a:bodyPr/>
        <a:lstStyle/>
        <a:p>
          <a:endParaRPr lang="fr-FR"/>
        </a:p>
      </dgm:t>
    </dgm:pt>
    <dgm:pt modelId="{78EC893A-D3D7-483C-9C7B-D8AEF9EFAF21}" type="sibTrans" cxnId="{07A6F5B7-5707-400F-AA68-804965F8985D}">
      <dgm:prSet/>
      <dgm:spPr/>
      <dgm:t>
        <a:bodyPr/>
        <a:lstStyle/>
        <a:p>
          <a:endParaRPr lang="fr-FR"/>
        </a:p>
      </dgm:t>
    </dgm:pt>
    <dgm:pt modelId="{D2A19666-6DCD-4CD8-9F17-5F2C9062CAFE}">
      <dgm:prSet phldrT="[Texte]"/>
      <dgm:spPr/>
      <dgm:t>
        <a:bodyPr/>
        <a:lstStyle/>
        <a:p>
          <a:pPr>
            <a:buFont typeface="+mj-lt"/>
            <a:buAutoNum type="arabicPeriod" startAt="3"/>
          </a:pPr>
          <a:r>
            <a:rPr lang="fr-FR" b="1" cap="all" baseline="0" dirty="0">
              <a:solidFill>
                <a:srgbClr val="7030A0"/>
              </a:solidFill>
            </a:rPr>
            <a:t>Avec chlorure d’éthanoyle</a:t>
          </a:r>
        </a:p>
      </dgm:t>
    </dgm:pt>
    <dgm:pt modelId="{95F55D88-E935-4CB3-A139-C4AC000C3A0E}" type="parTrans" cxnId="{B96225BA-7734-4BFE-BC07-E05A2C3E1747}">
      <dgm:prSet/>
      <dgm:spPr/>
      <dgm:t>
        <a:bodyPr/>
        <a:lstStyle/>
        <a:p>
          <a:endParaRPr lang="fr-FR"/>
        </a:p>
      </dgm:t>
    </dgm:pt>
    <dgm:pt modelId="{5B581882-17B3-4E4E-BFAE-800925E9BC6A}" type="sibTrans" cxnId="{B96225BA-7734-4BFE-BC07-E05A2C3E1747}">
      <dgm:prSet/>
      <dgm:spPr/>
      <dgm:t>
        <a:bodyPr/>
        <a:lstStyle/>
        <a:p>
          <a:endParaRPr lang="fr-FR"/>
        </a:p>
      </dgm:t>
    </dgm:pt>
    <dgm:pt modelId="{41883A67-BD64-4F2C-8A9B-5985D2E22CB8}" type="pres">
      <dgm:prSet presAssocID="{13FEB601-CF5E-4061-88B5-2B7D67DFA219}" presName="arrowDiagram" presStyleCnt="0">
        <dgm:presLayoutVars>
          <dgm:chMax val="5"/>
          <dgm:dir/>
          <dgm:resizeHandles val="exact"/>
        </dgm:presLayoutVars>
      </dgm:prSet>
      <dgm:spPr/>
    </dgm:pt>
    <dgm:pt modelId="{1EC6F319-2E82-4AA7-9512-07EC3E9B1AD7}" type="pres">
      <dgm:prSet presAssocID="{13FEB601-CF5E-4061-88B5-2B7D67DFA219}" presName="arrow" presStyleLbl="bgShp" presStyleIdx="0" presStyleCnt="1" custAng="21207675" custLinFactNeighborX="263" custLinFactNeighborY="0"/>
      <dgm:spPr>
        <a:solidFill>
          <a:srgbClr val="E2E8E4"/>
        </a:solidFill>
      </dgm:spPr>
    </dgm:pt>
    <dgm:pt modelId="{412D99F0-2111-478C-9A58-BB000C760DF9}" type="pres">
      <dgm:prSet presAssocID="{13FEB601-CF5E-4061-88B5-2B7D67DFA219}" presName="arrowDiagram3" presStyleCnt="0"/>
      <dgm:spPr/>
    </dgm:pt>
    <dgm:pt modelId="{72A855BC-4892-4097-99FF-A4614228DF69}" type="pres">
      <dgm:prSet presAssocID="{84DE3BD6-124D-4DB9-BA5C-46E008049C26}" presName="bullet3a" presStyleLbl="node1" presStyleIdx="0" presStyleCnt="3" custAng="0" custLinFactX="100000" custLinFactNeighborX="154411" custLinFactNeighborY="-39752"/>
      <dgm:spPr/>
    </dgm:pt>
    <dgm:pt modelId="{693B55B3-5863-45A5-A26E-78F3AF784D74}" type="pres">
      <dgm:prSet presAssocID="{84DE3BD6-124D-4DB9-BA5C-46E008049C26}" presName="textBox3a" presStyleLbl="revTx" presStyleIdx="0" presStyleCnt="3" custLinFactNeighborX="13613" custLinFactNeighborY="12696">
        <dgm:presLayoutVars>
          <dgm:bulletEnabled val="1"/>
        </dgm:presLayoutVars>
      </dgm:prSet>
      <dgm:spPr/>
    </dgm:pt>
    <dgm:pt modelId="{C0A46343-9DEF-4FC9-BE8F-0733E0E3D14D}" type="pres">
      <dgm:prSet presAssocID="{0BDC6FFA-260F-4435-86A4-91AC14D129C9}" presName="bullet3b" presStyleLbl="node1" presStyleIdx="1" presStyleCnt="3" custLinFactNeighborX="-86" custLinFactNeighborY="8511"/>
      <dgm:spPr/>
    </dgm:pt>
    <dgm:pt modelId="{76E234A2-4C4E-48CF-9B07-C5C8244D9AC4}" type="pres">
      <dgm:prSet presAssocID="{0BDC6FFA-260F-4435-86A4-91AC14D129C9}" presName="textBox3b" presStyleLbl="revTx" presStyleIdx="1" presStyleCnt="3" custLinFactNeighborX="6881" custLinFactNeighborY="8088">
        <dgm:presLayoutVars>
          <dgm:bulletEnabled val="1"/>
        </dgm:presLayoutVars>
      </dgm:prSet>
      <dgm:spPr/>
    </dgm:pt>
    <dgm:pt modelId="{6E117F76-FBB2-4FF5-971D-5FA52DC40264}" type="pres">
      <dgm:prSet presAssocID="{D2A19666-6DCD-4CD8-9F17-5F2C9062CAFE}" presName="bullet3c" presStyleLbl="node1" presStyleIdx="2" presStyleCnt="3" custLinFactNeighborX="57242" custLinFactNeighborY="-50665"/>
      <dgm:spPr/>
    </dgm:pt>
    <dgm:pt modelId="{C5844C88-D5CA-45C7-8B43-83276CF2EF5E}" type="pres">
      <dgm:prSet presAssocID="{D2A19666-6DCD-4CD8-9F17-5F2C9062CAFE}" presName="textBox3c" presStyleLbl="revTx" presStyleIdx="2" presStyleCnt="3" custLinFactNeighborX="-8621" custLinFactNeighborY="1904">
        <dgm:presLayoutVars>
          <dgm:bulletEnabled val="1"/>
        </dgm:presLayoutVars>
      </dgm:prSet>
      <dgm:spPr/>
    </dgm:pt>
  </dgm:ptLst>
  <dgm:cxnLst>
    <dgm:cxn modelId="{5D08DB14-6B64-45CD-BB77-FA36B26744E2}" type="presOf" srcId="{0BDC6FFA-260F-4435-86A4-91AC14D129C9}" destId="{76E234A2-4C4E-48CF-9B07-C5C8244D9AC4}" srcOrd="0" destOrd="0" presId="urn:microsoft.com/office/officeart/2005/8/layout/arrow2"/>
    <dgm:cxn modelId="{F774A63C-99E5-454F-82A2-4875D6AE063D}" type="presOf" srcId="{D2A19666-6DCD-4CD8-9F17-5F2C9062CAFE}" destId="{C5844C88-D5CA-45C7-8B43-83276CF2EF5E}" srcOrd="0" destOrd="0" presId="urn:microsoft.com/office/officeart/2005/8/layout/arrow2"/>
    <dgm:cxn modelId="{99DF1DA5-4E6B-41E7-BDCF-A1468FC2D7E0}" type="presOf" srcId="{13FEB601-CF5E-4061-88B5-2B7D67DFA219}" destId="{41883A67-BD64-4F2C-8A9B-5985D2E22CB8}" srcOrd="0" destOrd="0" presId="urn:microsoft.com/office/officeart/2005/8/layout/arrow2"/>
    <dgm:cxn modelId="{B57F53AE-2175-473D-9847-B513D7DE4D76}" type="presOf" srcId="{84DE3BD6-124D-4DB9-BA5C-46E008049C26}" destId="{693B55B3-5863-45A5-A26E-78F3AF784D74}" srcOrd="0" destOrd="0" presId="urn:microsoft.com/office/officeart/2005/8/layout/arrow2"/>
    <dgm:cxn modelId="{07A6F5B7-5707-400F-AA68-804965F8985D}" srcId="{13FEB601-CF5E-4061-88B5-2B7D67DFA219}" destId="{0BDC6FFA-260F-4435-86A4-91AC14D129C9}" srcOrd="1" destOrd="0" parTransId="{37246AF3-8E2A-4281-AC02-90312131BD6B}" sibTransId="{78EC893A-D3D7-483C-9C7B-D8AEF9EFAF21}"/>
    <dgm:cxn modelId="{B96225BA-7734-4BFE-BC07-E05A2C3E1747}" srcId="{13FEB601-CF5E-4061-88B5-2B7D67DFA219}" destId="{D2A19666-6DCD-4CD8-9F17-5F2C9062CAFE}" srcOrd="2" destOrd="0" parTransId="{95F55D88-E935-4CB3-A139-C4AC000C3A0E}" sibTransId="{5B581882-17B3-4E4E-BFAE-800925E9BC6A}"/>
    <dgm:cxn modelId="{62D938E9-48DF-4872-82A4-6857122A1DCE}" srcId="{13FEB601-CF5E-4061-88B5-2B7D67DFA219}" destId="{84DE3BD6-124D-4DB9-BA5C-46E008049C26}" srcOrd="0" destOrd="0" parTransId="{DB1FEBD7-21A6-4A6E-A73F-846E5006B943}" sibTransId="{60069A72-7183-47A6-A9A8-A0F6F38F4113}"/>
    <dgm:cxn modelId="{B22EF1E0-6701-4468-8A59-72AF66C38386}" type="presParOf" srcId="{41883A67-BD64-4F2C-8A9B-5985D2E22CB8}" destId="{1EC6F319-2E82-4AA7-9512-07EC3E9B1AD7}" srcOrd="0" destOrd="0" presId="urn:microsoft.com/office/officeart/2005/8/layout/arrow2"/>
    <dgm:cxn modelId="{1885B0CA-619A-4F24-9B66-F54B9ADE6FBB}" type="presParOf" srcId="{41883A67-BD64-4F2C-8A9B-5985D2E22CB8}" destId="{412D99F0-2111-478C-9A58-BB000C760DF9}" srcOrd="1" destOrd="0" presId="urn:microsoft.com/office/officeart/2005/8/layout/arrow2"/>
    <dgm:cxn modelId="{D94D4165-4423-46EC-BE1A-11DAD87A73A4}" type="presParOf" srcId="{412D99F0-2111-478C-9A58-BB000C760DF9}" destId="{72A855BC-4892-4097-99FF-A4614228DF69}" srcOrd="0" destOrd="0" presId="urn:microsoft.com/office/officeart/2005/8/layout/arrow2"/>
    <dgm:cxn modelId="{C2DCFD4D-D0C6-4781-A716-F6533A333751}" type="presParOf" srcId="{412D99F0-2111-478C-9A58-BB000C760DF9}" destId="{693B55B3-5863-45A5-A26E-78F3AF784D74}" srcOrd="1" destOrd="0" presId="urn:microsoft.com/office/officeart/2005/8/layout/arrow2"/>
    <dgm:cxn modelId="{0EFB3F2F-18E1-4727-BA80-178E4CB80918}" type="presParOf" srcId="{412D99F0-2111-478C-9A58-BB000C760DF9}" destId="{C0A46343-9DEF-4FC9-BE8F-0733E0E3D14D}" srcOrd="2" destOrd="0" presId="urn:microsoft.com/office/officeart/2005/8/layout/arrow2"/>
    <dgm:cxn modelId="{E0B5E580-D2E6-4708-BF13-EDB9FEE86B04}" type="presParOf" srcId="{412D99F0-2111-478C-9A58-BB000C760DF9}" destId="{76E234A2-4C4E-48CF-9B07-C5C8244D9AC4}" srcOrd="3" destOrd="0" presId="urn:microsoft.com/office/officeart/2005/8/layout/arrow2"/>
    <dgm:cxn modelId="{E28D24CE-A981-489E-A439-BC6F4AFAE248}" type="presParOf" srcId="{412D99F0-2111-478C-9A58-BB000C760DF9}" destId="{6E117F76-FBB2-4FF5-971D-5FA52DC40264}" srcOrd="4" destOrd="0" presId="urn:microsoft.com/office/officeart/2005/8/layout/arrow2"/>
    <dgm:cxn modelId="{D02CA451-BD80-40C7-8C0A-4B2A3DE58223}" type="presParOf" srcId="{412D99F0-2111-478C-9A58-BB000C760DF9}" destId="{C5844C88-D5CA-45C7-8B43-83276CF2EF5E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A5A45-4B1B-4D33-8EC7-AAA94FA43443}">
      <dsp:nvSpPr>
        <dsp:cNvPr id="0" name=""/>
        <dsp:cNvSpPr/>
      </dsp:nvSpPr>
      <dsp:spPr>
        <a:xfrm rot="5400000">
          <a:off x="-149981" y="29312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Lavage</a:t>
          </a:r>
        </a:p>
      </dsp:txBody>
      <dsp:txXfrm rot="-5400000">
        <a:off x="0" y="493096"/>
        <a:ext cx="699912" cy="299962"/>
      </dsp:txXfrm>
    </dsp:sp>
    <dsp:sp modelId="{E2140CC1-4DE0-4C6C-993B-26C89BEA89D5}">
      <dsp:nvSpPr>
        <dsp:cNvPr id="0" name=""/>
        <dsp:cNvSpPr/>
      </dsp:nvSpPr>
      <dsp:spPr>
        <a:xfrm rot="5400000">
          <a:off x="1783183" y="-1028561"/>
          <a:ext cx="826781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Eau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Solution d’NaHCO</a:t>
          </a:r>
          <a:r>
            <a:rPr lang="fr-FR" sz="1300" b="1" kern="1200" baseline="-25000" dirty="0"/>
            <a:t>3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baseline="0" dirty="0"/>
            <a:t>Eau salée</a:t>
          </a:r>
        </a:p>
      </dsp:txBody>
      <dsp:txXfrm rot="-5400000">
        <a:off x="699913" y="95069"/>
        <a:ext cx="2952962" cy="746061"/>
      </dsp:txXfrm>
    </dsp:sp>
    <dsp:sp modelId="{9210392A-C129-4F1C-B836-572CE19EFFDA}">
      <dsp:nvSpPr>
        <dsp:cNvPr id="0" name=""/>
        <dsp:cNvSpPr/>
      </dsp:nvSpPr>
      <dsp:spPr>
        <a:xfrm rot="5400000">
          <a:off x="-149981" y="117214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Séchage</a:t>
          </a:r>
        </a:p>
      </dsp:txBody>
      <dsp:txXfrm rot="-5400000">
        <a:off x="0" y="1372116"/>
        <a:ext cx="699912" cy="299962"/>
      </dsp:txXfrm>
    </dsp:sp>
    <dsp:sp modelId="{C23F4827-5A7E-4D68-A2D3-BE1B1F443579}">
      <dsp:nvSpPr>
        <dsp:cNvPr id="0" name=""/>
        <dsp:cNvSpPr/>
      </dsp:nvSpPr>
      <dsp:spPr>
        <a:xfrm rot="5400000">
          <a:off x="1871614" y="-149541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4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brut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</a:p>
      </dsp:txBody>
      <dsp:txXfrm rot="-5400000">
        <a:off x="699912" y="1053887"/>
        <a:ext cx="2961596" cy="586466"/>
      </dsp:txXfrm>
    </dsp:sp>
    <dsp:sp modelId="{31764D63-9101-4415-9B22-ACD5E3D39437}">
      <dsp:nvSpPr>
        <dsp:cNvPr id="0" name=""/>
        <dsp:cNvSpPr/>
      </dsp:nvSpPr>
      <dsp:spPr>
        <a:xfrm rot="5400000">
          <a:off x="-149981" y="205116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CPG</a:t>
          </a:r>
        </a:p>
      </dsp:txBody>
      <dsp:txXfrm rot="-5400000">
        <a:off x="0" y="2251136"/>
        <a:ext cx="699912" cy="299962"/>
      </dsp:txXfrm>
    </dsp:sp>
    <dsp:sp modelId="{F0CBAD7E-68D3-4049-A4BB-99FD33877F42}">
      <dsp:nvSpPr>
        <dsp:cNvPr id="0" name=""/>
        <dsp:cNvSpPr/>
      </dsp:nvSpPr>
      <dsp:spPr>
        <a:xfrm rot="5400000">
          <a:off x="1871614" y="729478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Nécessité d’une purification par purification ?</a:t>
          </a:r>
        </a:p>
      </dsp:txBody>
      <dsp:txXfrm rot="-5400000">
        <a:off x="699912" y="1932906"/>
        <a:ext cx="2961596" cy="586466"/>
      </dsp:txXfrm>
    </dsp:sp>
    <dsp:sp modelId="{804854F1-8D0C-4671-9642-305477FCC0EF}">
      <dsp:nvSpPr>
        <dsp:cNvPr id="0" name=""/>
        <dsp:cNvSpPr/>
      </dsp:nvSpPr>
      <dsp:spPr>
        <a:xfrm rot="5400000">
          <a:off x="-149981" y="2930182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Purification</a:t>
          </a:r>
        </a:p>
      </dsp:txBody>
      <dsp:txXfrm rot="-5400000">
        <a:off x="0" y="3130157"/>
        <a:ext cx="699912" cy="299962"/>
      </dsp:txXfrm>
    </dsp:sp>
    <dsp:sp modelId="{5001A820-1367-4B37-A77F-178D7C1FD29E}">
      <dsp:nvSpPr>
        <dsp:cNvPr id="0" name=""/>
        <dsp:cNvSpPr/>
      </dsp:nvSpPr>
      <dsp:spPr>
        <a:xfrm rot="5400000">
          <a:off x="1871614" y="1608499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Distillation fractionnée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pur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  <a:endParaRPr lang="fr-FR" sz="1300" b="1" kern="1200" dirty="0"/>
        </a:p>
      </dsp:txBody>
      <dsp:txXfrm rot="-5400000">
        <a:off x="699912" y="2811927"/>
        <a:ext cx="2961596" cy="586466"/>
      </dsp:txXfrm>
    </dsp:sp>
    <dsp:sp modelId="{53E71D94-4252-4258-818C-ACF8F1C9C3EB}">
      <dsp:nvSpPr>
        <dsp:cNvPr id="0" name=""/>
        <dsp:cNvSpPr/>
      </dsp:nvSpPr>
      <dsp:spPr>
        <a:xfrm rot="5400000">
          <a:off x="-149981" y="3966307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Analyses</a:t>
          </a:r>
        </a:p>
      </dsp:txBody>
      <dsp:txXfrm rot="-5400000">
        <a:off x="0" y="4166282"/>
        <a:ext cx="699912" cy="299962"/>
      </dsp:txXfrm>
    </dsp:sp>
    <dsp:sp modelId="{665EF99A-8647-4915-92A3-760CA4535F5D}">
      <dsp:nvSpPr>
        <dsp:cNvPr id="0" name=""/>
        <dsp:cNvSpPr/>
      </dsp:nvSpPr>
      <dsp:spPr>
        <a:xfrm rot="5400000">
          <a:off x="1714509" y="2644624"/>
          <a:ext cx="96412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sp:txBody>
      <dsp:txXfrm rot="-5400000">
        <a:off x="699913" y="3706286"/>
        <a:ext cx="2946257" cy="8699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A5A45-4B1B-4D33-8EC7-AAA94FA43443}">
      <dsp:nvSpPr>
        <dsp:cNvPr id="0" name=""/>
        <dsp:cNvSpPr/>
      </dsp:nvSpPr>
      <dsp:spPr>
        <a:xfrm rot="5400000">
          <a:off x="-149188" y="323105"/>
          <a:ext cx="994587" cy="69621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b="1" kern="1200" dirty="0"/>
            <a:t>Lavage</a:t>
          </a:r>
        </a:p>
      </dsp:txBody>
      <dsp:txXfrm rot="-5400000">
        <a:off x="1" y="522023"/>
        <a:ext cx="696211" cy="298376"/>
      </dsp:txXfrm>
    </dsp:sp>
    <dsp:sp modelId="{E2140CC1-4DE0-4C6C-993B-26C89BEA89D5}">
      <dsp:nvSpPr>
        <dsp:cNvPr id="0" name=""/>
        <dsp:cNvSpPr/>
      </dsp:nvSpPr>
      <dsp:spPr>
        <a:xfrm rot="5400000">
          <a:off x="1970820" y="-1232964"/>
          <a:ext cx="911029" cy="3460246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eau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Solution d’NaHCO</a:t>
          </a:r>
          <a:r>
            <a:rPr lang="fr-FR" sz="1300" b="1" kern="1200" baseline="-25000" dirty="0"/>
            <a:t>3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baseline="0" dirty="0"/>
            <a:t>Eau salée</a:t>
          </a:r>
        </a:p>
      </dsp:txBody>
      <dsp:txXfrm rot="-5400000">
        <a:off x="696212" y="86117"/>
        <a:ext cx="3415773" cy="822083"/>
      </dsp:txXfrm>
    </dsp:sp>
    <dsp:sp modelId="{9210392A-C129-4F1C-B836-572CE19EFFDA}">
      <dsp:nvSpPr>
        <dsp:cNvPr id="0" name=""/>
        <dsp:cNvSpPr/>
      </dsp:nvSpPr>
      <dsp:spPr>
        <a:xfrm rot="5400000">
          <a:off x="-149188" y="1208598"/>
          <a:ext cx="994587" cy="69621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b="1" kern="1200" dirty="0"/>
            <a:t>Séchage</a:t>
          </a:r>
        </a:p>
      </dsp:txBody>
      <dsp:txXfrm rot="-5400000">
        <a:off x="1" y="1407516"/>
        <a:ext cx="696211" cy="298376"/>
      </dsp:txXfrm>
    </dsp:sp>
    <dsp:sp modelId="{C23F4827-5A7E-4D68-A2D3-BE1B1F443579}">
      <dsp:nvSpPr>
        <dsp:cNvPr id="0" name=""/>
        <dsp:cNvSpPr/>
      </dsp:nvSpPr>
      <dsp:spPr>
        <a:xfrm rot="5400000">
          <a:off x="2289513" y="-347472"/>
          <a:ext cx="273642" cy="3460246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MgSO4</a:t>
          </a:r>
          <a:endParaRPr lang="fr-FR" sz="1300" kern="1200" dirty="0"/>
        </a:p>
      </dsp:txBody>
      <dsp:txXfrm rot="-5400000">
        <a:off x="696211" y="1259188"/>
        <a:ext cx="3446888" cy="246926"/>
      </dsp:txXfrm>
    </dsp:sp>
    <dsp:sp modelId="{41978899-52BA-473C-A541-30650AB8E11C}">
      <dsp:nvSpPr>
        <dsp:cNvPr id="0" name=""/>
        <dsp:cNvSpPr/>
      </dsp:nvSpPr>
      <dsp:spPr>
        <a:xfrm rot="5400000">
          <a:off x="-149188" y="2094090"/>
          <a:ext cx="994587" cy="69621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b="1" kern="1200" dirty="0"/>
            <a:t>CPG</a:t>
          </a:r>
        </a:p>
      </dsp:txBody>
      <dsp:txXfrm rot="-5400000">
        <a:off x="1" y="2293008"/>
        <a:ext cx="696211" cy="298376"/>
      </dsp:txXfrm>
    </dsp:sp>
    <dsp:sp modelId="{2F8C6154-0716-4A48-A38F-86535BFA1D8E}">
      <dsp:nvSpPr>
        <dsp:cNvPr id="0" name=""/>
        <dsp:cNvSpPr/>
      </dsp:nvSpPr>
      <dsp:spPr>
        <a:xfrm rot="5400000">
          <a:off x="2103093" y="538020"/>
          <a:ext cx="646482" cy="3460246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 diluée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diluée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 </a:t>
          </a:r>
        </a:p>
      </dsp:txBody>
      <dsp:txXfrm rot="-5400000">
        <a:off x="696212" y="1976461"/>
        <a:ext cx="3428687" cy="583364"/>
      </dsp:txXfrm>
    </dsp:sp>
    <dsp:sp modelId="{D177B0FC-8A88-477B-B6EC-E80075EF6012}">
      <dsp:nvSpPr>
        <dsp:cNvPr id="0" name=""/>
        <dsp:cNvSpPr/>
      </dsp:nvSpPr>
      <dsp:spPr>
        <a:xfrm rot="5400000">
          <a:off x="-149188" y="2979582"/>
          <a:ext cx="994587" cy="69621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b="1" kern="1200" dirty="0"/>
            <a:t>Concentration</a:t>
          </a:r>
        </a:p>
      </dsp:txBody>
      <dsp:txXfrm rot="-5400000">
        <a:off x="1" y="3178500"/>
        <a:ext cx="696211" cy="298376"/>
      </dsp:txXfrm>
    </dsp:sp>
    <dsp:sp modelId="{7B06F413-A825-4033-B241-BCB52C9DD5AB}">
      <dsp:nvSpPr>
        <dsp:cNvPr id="0" name=""/>
        <dsp:cNvSpPr/>
      </dsp:nvSpPr>
      <dsp:spPr>
        <a:xfrm rot="5400000">
          <a:off x="2103093" y="1423512"/>
          <a:ext cx="646482" cy="3460246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kern="1200" baseline="0" dirty="0"/>
            <a:t>Evaporateur rotatif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100" b="1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1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solution</a:t>
          </a:r>
          <a:r>
            <a:rPr lang="fr-FR" sz="11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concentrée </a:t>
          </a:r>
          <a:r>
            <a:rPr lang="fr-FR" sz="11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 </a:t>
          </a:r>
          <a:endParaRPr lang="fr-FR" sz="1100" kern="1200" baseline="0" dirty="0"/>
        </a:p>
      </dsp:txBody>
      <dsp:txXfrm rot="-5400000">
        <a:off x="696212" y="2861953"/>
        <a:ext cx="3428687" cy="583364"/>
      </dsp:txXfrm>
    </dsp:sp>
    <dsp:sp modelId="{821284ED-3941-4929-A49F-0A838031BED5}">
      <dsp:nvSpPr>
        <dsp:cNvPr id="0" name=""/>
        <dsp:cNvSpPr/>
      </dsp:nvSpPr>
      <dsp:spPr>
        <a:xfrm rot="5400000">
          <a:off x="-149188" y="3996566"/>
          <a:ext cx="994587" cy="69621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b="1" kern="1200" dirty="0"/>
            <a:t>Analyses</a:t>
          </a:r>
        </a:p>
      </dsp:txBody>
      <dsp:txXfrm rot="-5400000">
        <a:off x="1" y="4195484"/>
        <a:ext cx="696211" cy="298376"/>
      </dsp:txXfrm>
    </dsp:sp>
    <dsp:sp modelId="{A36AD2DD-709D-472B-BF4C-6903037702C5}">
      <dsp:nvSpPr>
        <dsp:cNvPr id="0" name=""/>
        <dsp:cNvSpPr/>
      </dsp:nvSpPr>
      <dsp:spPr>
        <a:xfrm rot="5400000">
          <a:off x="1971602" y="2440495"/>
          <a:ext cx="909464" cy="3460246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sp:txBody>
      <dsp:txXfrm rot="-5400000">
        <a:off x="696211" y="3760282"/>
        <a:ext cx="3415850" cy="820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A5A45-4B1B-4D33-8EC7-AAA94FA43443}">
      <dsp:nvSpPr>
        <dsp:cNvPr id="0" name=""/>
        <dsp:cNvSpPr/>
      </dsp:nvSpPr>
      <dsp:spPr>
        <a:xfrm rot="5400000">
          <a:off x="-149981" y="29312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Lavage</a:t>
          </a:r>
        </a:p>
      </dsp:txBody>
      <dsp:txXfrm rot="-5400000">
        <a:off x="0" y="493096"/>
        <a:ext cx="699912" cy="299962"/>
      </dsp:txXfrm>
    </dsp:sp>
    <dsp:sp modelId="{E2140CC1-4DE0-4C6C-993B-26C89BEA89D5}">
      <dsp:nvSpPr>
        <dsp:cNvPr id="0" name=""/>
        <dsp:cNvSpPr/>
      </dsp:nvSpPr>
      <dsp:spPr>
        <a:xfrm rot="5400000">
          <a:off x="1783183" y="-1028561"/>
          <a:ext cx="826781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Eau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Solution d’NaHCO</a:t>
          </a:r>
          <a:r>
            <a:rPr lang="fr-FR" sz="1300" b="1" kern="1200" baseline="-25000" dirty="0"/>
            <a:t>3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baseline="0" dirty="0"/>
            <a:t>Eau salée</a:t>
          </a:r>
        </a:p>
      </dsp:txBody>
      <dsp:txXfrm rot="-5400000">
        <a:off x="699913" y="95069"/>
        <a:ext cx="2952962" cy="746061"/>
      </dsp:txXfrm>
    </dsp:sp>
    <dsp:sp modelId="{9210392A-C129-4F1C-B836-572CE19EFFDA}">
      <dsp:nvSpPr>
        <dsp:cNvPr id="0" name=""/>
        <dsp:cNvSpPr/>
      </dsp:nvSpPr>
      <dsp:spPr>
        <a:xfrm rot="5400000">
          <a:off x="-149981" y="117214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Séchage</a:t>
          </a:r>
        </a:p>
      </dsp:txBody>
      <dsp:txXfrm rot="-5400000">
        <a:off x="0" y="1372116"/>
        <a:ext cx="699912" cy="299962"/>
      </dsp:txXfrm>
    </dsp:sp>
    <dsp:sp modelId="{C23F4827-5A7E-4D68-A2D3-BE1B1F443579}">
      <dsp:nvSpPr>
        <dsp:cNvPr id="0" name=""/>
        <dsp:cNvSpPr/>
      </dsp:nvSpPr>
      <dsp:spPr>
        <a:xfrm rot="5400000">
          <a:off x="1871614" y="-149541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MgSO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4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brut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</a:p>
      </dsp:txBody>
      <dsp:txXfrm rot="-5400000">
        <a:off x="699912" y="1053887"/>
        <a:ext cx="2961596" cy="586466"/>
      </dsp:txXfrm>
    </dsp:sp>
    <dsp:sp modelId="{31764D63-9101-4415-9B22-ACD5E3D39437}">
      <dsp:nvSpPr>
        <dsp:cNvPr id="0" name=""/>
        <dsp:cNvSpPr/>
      </dsp:nvSpPr>
      <dsp:spPr>
        <a:xfrm rot="5400000">
          <a:off x="-149981" y="2051161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CPG</a:t>
          </a:r>
        </a:p>
      </dsp:txBody>
      <dsp:txXfrm rot="-5400000">
        <a:off x="0" y="2251136"/>
        <a:ext cx="699912" cy="299962"/>
      </dsp:txXfrm>
    </dsp:sp>
    <dsp:sp modelId="{F0CBAD7E-68D3-4049-A4BB-99FD33877F42}">
      <dsp:nvSpPr>
        <dsp:cNvPr id="0" name=""/>
        <dsp:cNvSpPr/>
      </dsp:nvSpPr>
      <dsp:spPr>
        <a:xfrm rot="5400000">
          <a:off x="1871614" y="729478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Nécessité d’une purification par purification ?</a:t>
          </a:r>
        </a:p>
      </dsp:txBody>
      <dsp:txXfrm rot="-5400000">
        <a:off x="699912" y="1932906"/>
        <a:ext cx="2961596" cy="586466"/>
      </dsp:txXfrm>
    </dsp:sp>
    <dsp:sp modelId="{804854F1-8D0C-4671-9642-305477FCC0EF}">
      <dsp:nvSpPr>
        <dsp:cNvPr id="0" name=""/>
        <dsp:cNvSpPr/>
      </dsp:nvSpPr>
      <dsp:spPr>
        <a:xfrm rot="5400000">
          <a:off x="-149981" y="2930182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Purification</a:t>
          </a:r>
        </a:p>
      </dsp:txBody>
      <dsp:txXfrm rot="-5400000">
        <a:off x="0" y="3130157"/>
        <a:ext cx="699912" cy="299962"/>
      </dsp:txXfrm>
    </dsp:sp>
    <dsp:sp modelId="{5001A820-1367-4B37-A77F-178D7C1FD29E}">
      <dsp:nvSpPr>
        <dsp:cNvPr id="0" name=""/>
        <dsp:cNvSpPr/>
      </dsp:nvSpPr>
      <dsp:spPr>
        <a:xfrm rot="5400000">
          <a:off x="1871614" y="1608499"/>
          <a:ext cx="64991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/>
            <a:t>Distillation fractionnée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m</a:t>
          </a:r>
          <a:r>
            <a:rPr lang="fr-FR" sz="1300" b="1" kern="1200" baseline="-250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produit</a:t>
          </a:r>
          <a:r>
            <a:rPr lang="fr-FR" sz="1300" b="1" kern="1200" baseline="-250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 pur </a:t>
          </a: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= </a:t>
          </a:r>
          <a:endParaRPr lang="fr-FR" sz="1300" b="1" kern="1200" dirty="0"/>
        </a:p>
      </dsp:txBody>
      <dsp:txXfrm rot="-5400000">
        <a:off x="699912" y="2811927"/>
        <a:ext cx="2961596" cy="586466"/>
      </dsp:txXfrm>
    </dsp:sp>
    <dsp:sp modelId="{53E71D94-4252-4258-818C-ACF8F1C9C3EB}">
      <dsp:nvSpPr>
        <dsp:cNvPr id="0" name=""/>
        <dsp:cNvSpPr/>
      </dsp:nvSpPr>
      <dsp:spPr>
        <a:xfrm rot="5400000">
          <a:off x="-149981" y="3966307"/>
          <a:ext cx="999874" cy="69991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Analyses</a:t>
          </a:r>
        </a:p>
      </dsp:txBody>
      <dsp:txXfrm rot="-5400000">
        <a:off x="0" y="4166282"/>
        <a:ext cx="699912" cy="299962"/>
      </dsp:txXfrm>
    </dsp:sp>
    <dsp:sp modelId="{665EF99A-8647-4915-92A3-760CA4535F5D}">
      <dsp:nvSpPr>
        <dsp:cNvPr id="0" name=""/>
        <dsp:cNvSpPr/>
      </dsp:nvSpPr>
      <dsp:spPr>
        <a:xfrm rot="5400000">
          <a:off x="1714509" y="2644624"/>
          <a:ext cx="964128" cy="2993322"/>
        </a:xfrm>
        <a:prstGeom prst="round2Same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rgbClr val="000000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CPG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Indice de réfraction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eiryo"/>
              <a:ea typeface="+mn-ea"/>
              <a:cs typeface="+mn-cs"/>
            </a:rPr>
            <a:t>IR</a:t>
          </a:r>
        </a:p>
      </dsp:txBody>
      <dsp:txXfrm rot="-5400000">
        <a:off x="699913" y="3706286"/>
        <a:ext cx="2946257" cy="8699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DF387-DAFE-4D7F-A9DD-CF2276A617C3}">
      <dsp:nvSpPr>
        <dsp:cNvPr id="0" name=""/>
        <dsp:cNvSpPr/>
      </dsp:nvSpPr>
      <dsp:spPr>
        <a:xfrm>
          <a:off x="882" y="455648"/>
          <a:ext cx="2064153" cy="1032076"/>
        </a:xfrm>
        <a:prstGeom prst="roundRect">
          <a:avLst>
            <a:gd name="adj" fmla="val 10000"/>
          </a:avLst>
        </a:prstGeom>
        <a:solidFill>
          <a:srgbClr val="E2E8E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 actuel</a:t>
          </a:r>
        </a:p>
      </dsp:txBody>
      <dsp:txXfrm>
        <a:off x="31110" y="485876"/>
        <a:ext cx="2003697" cy="971620"/>
      </dsp:txXfrm>
    </dsp:sp>
    <dsp:sp modelId="{96301E7E-A24E-4B5E-A6EE-5DC18BFD17E7}">
      <dsp:nvSpPr>
        <dsp:cNvPr id="0" name=""/>
        <dsp:cNvSpPr/>
      </dsp:nvSpPr>
      <dsp:spPr>
        <a:xfrm>
          <a:off x="207297" y="1487725"/>
          <a:ext cx="206415" cy="599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569"/>
              </a:lnTo>
              <a:lnTo>
                <a:pt x="206415" y="5995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C1F6A9-C0E3-4797-949B-F5F514C423E1}">
      <dsp:nvSpPr>
        <dsp:cNvPr id="0" name=""/>
        <dsp:cNvSpPr/>
      </dsp:nvSpPr>
      <dsp:spPr>
        <a:xfrm>
          <a:off x="413712" y="174574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CPG</a:t>
          </a:r>
        </a:p>
      </dsp:txBody>
      <dsp:txXfrm>
        <a:off x="433719" y="1765751"/>
        <a:ext cx="1114458" cy="643086"/>
      </dsp:txXfrm>
    </dsp:sp>
    <dsp:sp modelId="{67BE5074-A8F8-43BC-A7F8-65A692D9C853}">
      <dsp:nvSpPr>
        <dsp:cNvPr id="0" name=""/>
        <dsp:cNvSpPr/>
      </dsp:nvSpPr>
      <dsp:spPr>
        <a:xfrm>
          <a:off x="207297" y="1487725"/>
          <a:ext cx="206415" cy="1540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0689"/>
              </a:lnTo>
              <a:lnTo>
                <a:pt x="206415" y="15406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021C13-26DA-43A4-AA5F-167D831C1000}">
      <dsp:nvSpPr>
        <dsp:cNvPr id="0" name=""/>
        <dsp:cNvSpPr/>
      </dsp:nvSpPr>
      <dsp:spPr>
        <a:xfrm>
          <a:off x="413712" y="268686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IR</a:t>
          </a:r>
        </a:p>
      </dsp:txBody>
      <dsp:txXfrm>
        <a:off x="433719" y="2706871"/>
        <a:ext cx="1114458" cy="643086"/>
      </dsp:txXfrm>
    </dsp:sp>
    <dsp:sp modelId="{4DB381D8-4762-428A-9992-1EC6186F24DF}">
      <dsp:nvSpPr>
        <dsp:cNvPr id="0" name=""/>
        <dsp:cNvSpPr/>
      </dsp:nvSpPr>
      <dsp:spPr>
        <a:xfrm>
          <a:off x="207297" y="1487725"/>
          <a:ext cx="206415" cy="2481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1808"/>
              </a:lnTo>
              <a:lnTo>
                <a:pt x="206415" y="2481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DB578-3690-478F-AA53-226968D65EB3}">
      <dsp:nvSpPr>
        <dsp:cNvPr id="0" name=""/>
        <dsp:cNvSpPr/>
      </dsp:nvSpPr>
      <dsp:spPr>
        <a:xfrm>
          <a:off x="413712" y="3627983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sSubSup>
                  <m:sSubSupPr>
                    <m:ctrlPr>
                      <a:rPr lang="fr-FR" sz="1900" b="0" i="1" kern="1200" smtClean="0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𝑛</m:t>
                    </m:r>
                  </m:e>
                  <m:sub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𝐷</m:t>
                    </m:r>
                  </m:sub>
                  <m:sup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20</m:t>
                    </m:r>
                  </m:sup>
                </m:sSubSup>
              </m:oMath>
            </m:oMathPara>
          </a14:m>
          <a:endParaRPr lang="fr-FR" sz="1900" kern="1200" dirty="0"/>
        </a:p>
      </dsp:txBody>
      <dsp:txXfrm>
        <a:off x="433719" y="3647990"/>
        <a:ext cx="1114458" cy="643086"/>
      </dsp:txXfrm>
    </dsp:sp>
    <dsp:sp modelId="{421FFF64-5CCC-43DA-91DA-E388F7DA8182}">
      <dsp:nvSpPr>
        <dsp:cNvPr id="0" name=""/>
        <dsp:cNvSpPr/>
      </dsp:nvSpPr>
      <dsp:spPr>
        <a:xfrm>
          <a:off x="2581073" y="455648"/>
          <a:ext cx="2064153" cy="1032076"/>
        </a:xfrm>
        <a:prstGeom prst="roundRect">
          <a:avLst>
            <a:gd name="adj" fmla="val 10000"/>
          </a:avLst>
        </a:prstGeom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Protocole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"/>
              <a:ea typeface="+mn-ea"/>
              <a:cs typeface="+mn-cs"/>
            </a:rPr>
            <a:t>Dean Stark</a:t>
          </a:r>
        </a:p>
      </dsp:txBody>
      <dsp:txXfrm>
        <a:off x="2611301" y="485876"/>
        <a:ext cx="2003697" cy="971620"/>
      </dsp:txXfrm>
    </dsp:sp>
    <dsp:sp modelId="{A21C188A-088B-4EDF-ACAC-0D147BC05DEC}">
      <dsp:nvSpPr>
        <dsp:cNvPr id="0" name=""/>
        <dsp:cNvSpPr/>
      </dsp:nvSpPr>
      <dsp:spPr>
        <a:xfrm>
          <a:off x="2787488" y="1487725"/>
          <a:ext cx="206415" cy="599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569"/>
              </a:lnTo>
              <a:lnTo>
                <a:pt x="206415" y="5995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21AA71-1421-487E-A614-93E468F6768E}">
      <dsp:nvSpPr>
        <dsp:cNvPr id="0" name=""/>
        <dsp:cNvSpPr/>
      </dsp:nvSpPr>
      <dsp:spPr>
        <a:xfrm>
          <a:off x="2993904" y="174574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CPG</a:t>
          </a:r>
        </a:p>
      </dsp:txBody>
      <dsp:txXfrm>
        <a:off x="3013911" y="1765751"/>
        <a:ext cx="1114458" cy="643086"/>
      </dsp:txXfrm>
    </dsp:sp>
    <dsp:sp modelId="{62E5B405-21D2-4336-BD6D-88146C7A073B}">
      <dsp:nvSpPr>
        <dsp:cNvPr id="0" name=""/>
        <dsp:cNvSpPr/>
      </dsp:nvSpPr>
      <dsp:spPr>
        <a:xfrm>
          <a:off x="2787488" y="1487725"/>
          <a:ext cx="206415" cy="1540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0689"/>
              </a:lnTo>
              <a:lnTo>
                <a:pt x="206415" y="15406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C774DE-F8E7-440C-A002-E5EFA8429C9A}">
      <dsp:nvSpPr>
        <dsp:cNvPr id="0" name=""/>
        <dsp:cNvSpPr/>
      </dsp:nvSpPr>
      <dsp:spPr>
        <a:xfrm>
          <a:off x="2993904" y="268686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IR</a:t>
          </a:r>
        </a:p>
      </dsp:txBody>
      <dsp:txXfrm>
        <a:off x="3013911" y="2706871"/>
        <a:ext cx="1114458" cy="643086"/>
      </dsp:txXfrm>
    </dsp:sp>
    <dsp:sp modelId="{E74D022D-DE5E-41BC-8C01-F2228B33BE39}">
      <dsp:nvSpPr>
        <dsp:cNvPr id="0" name=""/>
        <dsp:cNvSpPr/>
      </dsp:nvSpPr>
      <dsp:spPr>
        <a:xfrm>
          <a:off x="2787488" y="1487725"/>
          <a:ext cx="206415" cy="2481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1808"/>
              </a:lnTo>
              <a:lnTo>
                <a:pt x="206415" y="2481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8C69-AA57-4683-8434-CD031035CF38}">
      <dsp:nvSpPr>
        <dsp:cNvPr id="0" name=""/>
        <dsp:cNvSpPr/>
      </dsp:nvSpPr>
      <dsp:spPr>
        <a:xfrm>
          <a:off x="2993904" y="3627983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sSubSup>
                  <m:sSubSupPr>
                    <m:ctrlPr>
                      <a:rPr lang="fr-FR" sz="1900" b="0" i="1" kern="1200" smtClean="0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𝑛</m:t>
                    </m:r>
                  </m:e>
                  <m:sub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𝐷</m:t>
                    </m:r>
                  </m:sub>
                  <m:sup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20</m:t>
                    </m:r>
                  </m:sup>
                </m:sSubSup>
              </m:oMath>
            </m:oMathPara>
          </a14:m>
          <a:endParaRPr lang="fr-FR" sz="1900" kern="1200" dirty="0"/>
        </a:p>
      </dsp:txBody>
      <dsp:txXfrm>
        <a:off x="3013911" y="3647990"/>
        <a:ext cx="1114458" cy="643086"/>
      </dsp:txXfrm>
    </dsp:sp>
    <dsp:sp modelId="{9B635D08-6793-4560-8A44-90CE35809EF7}">
      <dsp:nvSpPr>
        <dsp:cNvPr id="0" name=""/>
        <dsp:cNvSpPr/>
      </dsp:nvSpPr>
      <dsp:spPr>
        <a:xfrm>
          <a:off x="5161264" y="455648"/>
          <a:ext cx="2064153" cy="1032076"/>
        </a:xfrm>
        <a:prstGeom prst="roundRect">
          <a:avLst>
            <a:gd name="adj" fmla="val 10000"/>
          </a:avLst>
        </a:prstGeom>
        <a:solidFill>
          <a:srgbClr val="E2E8E4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Protocole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Chlorure d’</a:t>
          </a:r>
          <a:r>
            <a:rPr lang="fr-FR" sz="1500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alcanolye</a:t>
          </a:r>
          <a:endParaRPr lang="fr-FR" sz="15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91492" y="485876"/>
        <a:ext cx="2003697" cy="971620"/>
      </dsp:txXfrm>
    </dsp:sp>
    <dsp:sp modelId="{11547E23-0862-4E3F-B130-0D16CB06423E}">
      <dsp:nvSpPr>
        <dsp:cNvPr id="0" name=""/>
        <dsp:cNvSpPr/>
      </dsp:nvSpPr>
      <dsp:spPr>
        <a:xfrm>
          <a:off x="5367680" y="1487725"/>
          <a:ext cx="206415" cy="599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569"/>
              </a:lnTo>
              <a:lnTo>
                <a:pt x="206415" y="5995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F2648-4534-4929-9EDA-6A7CC8AE99BE}">
      <dsp:nvSpPr>
        <dsp:cNvPr id="0" name=""/>
        <dsp:cNvSpPr/>
      </dsp:nvSpPr>
      <dsp:spPr>
        <a:xfrm>
          <a:off x="5574095" y="174574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CPG</a:t>
          </a:r>
        </a:p>
      </dsp:txBody>
      <dsp:txXfrm>
        <a:off x="5594102" y="1765751"/>
        <a:ext cx="1114458" cy="643086"/>
      </dsp:txXfrm>
    </dsp:sp>
    <dsp:sp modelId="{206625E4-1CC6-409B-BE54-E90ED13AE956}">
      <dsp:nvSpPr>
        <dsp:cNvPr id="0" name=""/>
        <dsp:cNvSpPr/>
      </dsp:nvSpPr>
      <dsp:spPr>
        <a:xfrm>
          <a:off x="5367680" y="1487725"/>
          <a:ext cx="206415" cy="1540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0689"/>
              </a:lnTo>
              <a:lnTo>
                <a:pt x="206415" y="15406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8EC09-AA84-421B-AA87-EA5CAFE40F3E}">
      <dsp:nvSpPr>
        <dsp:cNvPr id="0" name=""/>
        <dsp:cNvSpPr/>
      </dsp:nvSpPr>
      <dsp:spPr>
        <a:xfrm>
          <a:off x="5574095" y="2686864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IR</a:t>
          </a:r>
        </a:p>
      </dsp:txBody>
      <dsp:txXfrm>
        <a:off x="5594102" y="2706871"/>
        <a:ext cx="1114458" cy="643086"/>
      </dsp:txXfrm>
    </dsp:sp>
    <dsp:sp modelId="{543941E6-4C62-4571-9D3B-C49115E85CD7}">
      <dsp:nvSpPr>
        <dsp:cNvPr id="0" name=""/>
        <dsp:cNvSpPr/>
      </dsp:nvSpPr>
      <dsp:spPr>
        <a:xfrm>
          <a:off x="5367680" y="1487725"/>
          <a:ext cx="206415" cy="2481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1808"/>
              </a:lnTo>
              <a:lnTo>
                <a:pt x="206415" y="2481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C8727-595B-4C70-B3B2-8A693D3E999D}">
      <dsp:nvSpPr>
        <dsp:cNvPr id="0" name=""/>
        <dsp:cNvSpPr/>
      </dsp:nvSpPr>
      <dsp:spPr>
        <a:xfrm>
          <a:off x="5574095" y="3627983"/>
          <a:ext cx="1154472" cy="683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>
                <m:sSubSup>
                  <m:sSubSupPr>
                    <m:ctrlPr>
                      <a:rPr lang="fr-FR" sz="1900" b="0" i="1" kern="1200" smtClean="0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𝑛</m:t>
                    </m:r>
                  </m:e>
                  <m:sub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𝐷</m:t>
                    </m:r>
                  </m:sub>
                  <m:sup>
                    <m:r>
                      <a:rPr lang="fr-FR" sz="1900" b="0" i="1" kern="1200" smtClean="0">
                        <a:latin typeface="Cambria Math" panose="02040503050406030204" pitchFamily="18" charset="0"/>
                      </a:rPr>
                      <m:t>20</m:t>
                    </m:r>
                  </m:sup>
                </m:sSubSup>
              </m:oMath>
            </m:oMathPara>
          </a14:m>
          <a:endParaRPr lang="fr-FR" sz="1900" kern="1200" dirty="0"/>
        </a:p>
      </dsp:txBody>
      <dsp:txXfrm>
        <a:off x="5594102" y="3647990"/>
        <a:ext cx="1114458" cy="6430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6F319-2E82-4AA7-9512-07EC3E9B1AD7}">
      <dsp:nvSpPr>
        <dsp:cNvPr id="0" name=""/>
        <dsp:cNvSpPr/>
      </dsp:nvSpPr>
      <dsp:spPr>
        <a:xfrm rot="21207675">
          <a:off x="0" y="758096"/>
          <a:ext cx="4423625" cy="2764765"/>
        </a:xfrm>
        <a:prstGeom prst="swooshArrow">
          <a:avLst>
            <a:gd name="adj1" fmla="val 25000"/>
            <a:gd name="adj2" fmla="val 25000"/>
          </a:avLst>
        </a:prstGeom>
        <a:solidFill>
          <a:srgbClr val="E2E8E4"/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855BC-4892-4097-99FF-A4614228DF69}">
      <dsp:nvSpPr>
        <dsp:cNvPr id="0" name=""/>
        <dsp:cNvSpPr/>
      </dsp:nvSpPr>
      <dsp:spPr>
        <a:xfrm>
          <a:off x="854409" y="2620616"/>
          <a:ext cx="115014" cy="11501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3B55B3-5863-45A5-A26E-78F3AF784D74}">
      <dsp:nvSpPr>
        <dsp:cNvPr id="0" name=""/>
        <dsp:cNvSpPr/>
      </dsp:nvSpPr>
      <dsp:spPr>
        <a:xfrm>
          <a:off x="759617" y="2825287"/>
          <a:ext cx="1030704" cy="799017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44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900" b="1" kern="1200" dirty="0"/>
            <a:t>Protocole actuel</a:t>
          </a:r>
        </a:p>
      </dsp:txBody>
      <dsp:txXfrm>
        <a:off x="759617" y="2825287"/>
        <a:ext cx="1030704" cy="799017"/>
      </dsp:txXfrm>
    </dsp:sp>
    <dsp:sp modelId="{C0A46343-9DEF-4FC9-BE8F-0733E0E3D14D}">
      <dsp:nvSpPr>
        <dsp:cNvPr id="0" name=""/>
        <dsp:cNvSpPr/>
      </dsp:nvSpPr>
      <dsp:spPr>
        <a:xfrm>
          <a:off x="1576843" y="1932569"/>
          <a:ext cx="207910" cy="20791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E234A2-4C4E-48CF-9B07-C5C8244D9AC4}">
      <dsp:nvSpPr>
        <dsp:cNvPr id="0" name=""/>
        <dsp:cNvSpPr/>
      </dsp:nvSpPr>
      <dsp:spPr>
        <a:xfrm>
          <a:off x="1754031" y="2140475"/>
          <a:ext cx="1061670" cy="150403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167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900" b="1" kern="1200" dirty="0"/>
            <a:t>Dean-Stark</a:t>
          </a:r>
        </a:p>
      </dsp:txBody>
      <dsp:txXfrm>
        <a:off x="1754031" y="2140475"/>
        <a:ext cx="1061670" cy="1504032"/>
      </dsp:txXfrm>
    </dsp:sp>
    <dsp:sp modelId="{6E117F76-FBB2-4FF5-971D-5FA52DC40264}">
      <dsp:nvSpPr>
        <dsp:cNvPr id="0" name=""/>
        <dsp:cNvSpPr/>
      </dsp:nvSpPr>
      <dsp:spPr>
        <a:xfrm>
          <a:off x="2962533" y="1311901"/>
          <a:ext cx="287535" cy="28753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844C88-D5CA-45C7-8B43-83276CF2EF5E}">
      <dsp:nvSpPr>
        <dsp:cNvPr id="0" name=""/>
        <dsp:cNvSpPr/>
      </dsp:nvSpPr>
      <dsp:spPr>
        <a:xfrm>
          <a:off x="2850184" y="1637935"/>
          <a:ext cx="1061670" cy="192151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359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900" b="1" kern="1200" cap="all" baseline="0" dirty="0">
              <a:solidFill>
                <a:srgbClr val="7030A0"/>
              </a:solidFill>
            </a:rPr>
            <a:t>Avec chlorure d’éthanoyle</a:t>
          </a:r>
        </a:p>
      </dsp:txBody>
      <dsp:txXfrm>
        <a:off x="2850184" y="1637935"/>
        <a:ext cx="1061670" cy="19215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1943B-9E60-4125-9772-76F6B41A5924}">
      <dsp:nvSpPr>
        <dsp:cNvPr id="0" name=""/>
        <dsp:cNvSpPr/>
      </dsp:nvSpPr>
      <dsp:spPr>
        <a:xfrm>
          <a:off x="4993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Protocole actuel</a:t>
          </a:r>
          <a:endParaRPr lang="fr-FR" sz="1400" kern="1200" dirty="0"/>
        </a:p>
      </dsp:txBody>
      <dsp:txXfrm>
        <a:off x="4993" y="-361015"/>
        <a:ext cx="1805078" cy="722031"/>
      </dsp:txXfrm>
    </dsp:sp>
    <dsp:sp modelId="{F0A67835-338E-40A4-BF7E-1AE65606EFC2}">
      <dsp:nvSpPr>
        <dsp:cNvPr id="0" name=""/>
        <dsp:cNvSpPr/>
      </dsp:nvSpPr>
      <dsp:spPr>
        <a:xfrm>
          <a:off x="4993" y="361015"/>
          <a:ext cx="1805078" cy="1369621"/>
        </a:xfrm>
        <a:prstGeom prst="rect">
          <a:avLst/>
        </a:prstGeom>
        <a:solidFill>
          <a:srgbClr val="F3F6F4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Réaction limitée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Temps de réaction  trop cours</a:t>
          </a:r>
        </a:p>
      </dsp:txBody>
      <dsp:txXfrm>
        <a:off x="4993" y="361015"/>
        <a:ext cx="1805078" cy="1369621"/>
      </dsp:txXfrm>
    </dsp:sp>
    <dsp:sp modelId="{361EA820-85D7-4013-A4AE-3DAE25AB46D7}">
      <dsp:nvSpPr>
        <dsp:cNvPr id="0" name=""/>
        <dsp:cNvSpPr/>
      </dsp:nvSpPr>
      <dsp:spPr>
        <a:xfrm>
          <a:off x="2062535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Dean-Stark</a:t>
          </a:r>
          <a:endParaRPr lang="fr-FR" sz="1400" kern="1200" dirty="0"/>
        </a:p>
      </dsp:txBody>
      <dsp:txXfrm>
        <a:off x="2062535" y="-361015"/>
        <a:ext cx="1805078" cy="722031"/>
      </dsp:txXfrm>
    </dsp:sp>
    <dsp:sp modelId="{DC36707B-29EC-489B-BA27-0276D672A938}">
      <dsp:nvSpPr>
        <dsp:cNvPr id="0" name=""/>
        <dsp:cNvSpPr/>
      </dsp:nvSpPr>
      <dsp:spPr>
        <a:xfrm>
          <a:off x="2062535" y="361015"/>
          <a:ext cx="1805078" cy="1369621"/>
        </a:xfrm>
        <a:prstGeom prst="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Déplacement d’équilibre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Cyclohexane présent</a:t>
          </a:r>
        </a:p>
      </dsp:txBody>
      <dsp:txXfrm>
        <a:off x="2062535" y="361015"/>
        <a:ext cx="1805078" cy="1369621"/>
      </dsp:txXfrm>
    </dsp:sp>
    <dsp:sp modelId="{217A346E-8CB6-4EBE-9C2A-9C5B19AF0B32}">
      <dsp:nvSpPr>
        <dsp:cNvPr id="0" name=""/>
        <dsp:cNvSpPr/>
      </dsp:nvSpPr>
      <dsp:spPr>
        <a:xfrm>
          <a:off x="4120078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Avec chlorure d’éthanoyle</a:t>
          </a:r>
          <a:endParaRPr lang="fr-FR" sz="1400" kern="1200" dirty="0"/>
        </a:p>
      </dsp:txBody>
      <dsp:txXfrm>
        <a:off x="4120078" y="-361015"/>
        <a:ext cx="1805078" cy="722031"/>
      </dsp:txXfrm>
    </dsp:sp>
    <dsp:sp modelId="{C4E0289B-3AB7-42FD-BCBC-4E507C13737C}">
      <dsp:nvSpPr>
        <dsp:cNvPr id="0" name=""/>
        <dsp:cNvSpPr/>
      </dsp:nvSpPr>
      <dsp:spPr>
        <a:xfrm>
          <a:off x="4120078" y="361015"/>
          <a:ext cx="1805078" cy="1369621"/>
        </a:xfrm>
        <a:prstGeom prst="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Réaction quantitative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Produit avec bonne pureté</a:t>
          </a:r>
        </a:p>
      </dsp:txBody>
      <dsp:txXfrm>
        <a:off x="4120078" y="361015"/>
        <a:ext cx="1805078" cy="13696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1943B-9E60-4125-9772-76F6B41A5924}">
      <dsp:nvSpPr>
        <dsp:cNvPr id="0" name=""/>
        <dsp:cNvSpPr/>
      </dsp:nvSpPr>
      <dsp:spPr>
        <a:xfrm>
          <a:off x="4993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Protocole actuel</a:t>
          </a:r>
          <a:endParaRPr lang="fr-FR" sz="1400" kern="1200" dirty="0"/>
        </a:p>
      </dsp:txBody>
      <dsp:txXfrm>
        <a:off x="4993" y="-361015"/>
        <a:ext cx="1805078" cy="722031"/>
      </dsp:txXfrm>
    </dsp:sp>
    <dsp:sp modelId="{F0A67835-338E-40A4-BF7E-1AE65606EFC2}">
      <dsp:nvSpPr>
        <dsp:cNvPr id="0" name=""/>
        <dsp:cNvSpPr/>
      </dsp:nvSpPr>
      <dsp:spPr>
        <a:xfrm>
          <a:off x="4993" y="361015"/>
          <a:ext cx="1805078" cy="1369621"/>
        </a:xfrm>
        <a:prstGeom prst="rect">
          <a:avLst/>
        </a:prstGeom>
        <a:solidFill>
          <a:srgbClr val="F3F6F4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Réaction limitée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Temps de réaction  trop cours</a:t>
          </a:r>
        </a:p>
      </dsp:txBody>
      <dsp:txXfrm>
        <a:off x="4993" y="361015"/>
        <a:ext cx="1805078" cy="1369621"/>
      </dsp:txXfrm>
    </dsp:sp>
    <dsp:sp modelId="{361EA820-85D7-4013-A4AE-3DAE25AB46D7}">
      <dsp:nvSpPr>
        <dsp:cNvPr id="0" name=""/>
        <dsp:cNvSpPr/>
      </dsp:nvSpPr>
      <dsp:spPr>
        <a:xfrm>
          <a:off x="2062535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Dean-Stark</a:t>
          </a:r>
          <a:endParaRPr lang="fr-FR" sz="1400" kern="1200" dirty="0"/>
        </a:p>
      </dsp:txBody>
      <dsp:txXfrm>
        <a:off x="2062535" y="-361015"/>
        <a:ext cx="1805078" cy="722031"/>
      </dsp:txXfrm>
    </dsp:sp>
    <dsp:sp modelId="{DC36707B-29EC-489B-BA27-0276D672A938}">
      <dsp:nvSpPr>
        <dsp:cNvPr id="0" name=""/>
        <dsp:cNvSpPr/>
      </dsp:nvSpPr>
      <dsp:spPr>
        <a:xfrm>
          <a:off x="2062535" y="361015"/>
          <a:ext cx="1805078" cy="1369621"/>
        </a:xfrm>
        <a:prstGeom prst="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Déplacement d’équilibre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FF0000"/>
              </a:solidFill>
            </a:rPr>
            <a:t>Cyclohexane présent</a:t>
          </a:r>
        </a:p>
      </dsp:txBody>
      <dsp:txXfrm>
        <a:off x="2062535" y="361015"/>
        <a:ext cx="1805078" cy="1369621"/>
      </dsp:txXfrm>
    </dsp:sp>
    <dsp:sp modelId="{217A346E-8CB6-4EBE-9C2A-9C5B19AF0B32}">
      <dsp:nvSpPr>
        <dsp:cNvPr id="0" name=""/>
        <dsp:cNvSpPr/>
      </dsp:nvSpPr>
      <dsp:spPr>
        <a:xfrm>
          <a:off x="4120078" y="-361015"/>
          <a:ext cx="1805078" cy="722031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Avec chlorure d’éthanoyle</a:t>
          </a:r>
          <a:endParaRPr lang="fr-FR" sz="1400" kern="1200" dirty="0"/>
        </a:p>
      </dsp:txBody>
      <dsp:txXfrm>
        <a:off x="4120078" y="-361015"/>
        <a:ext cx="1805078" cy="722031"/>
      </dsp:txXfrm>
    </dsp:sp>
    <dsp:sp modelId="{C4E0289B-3AB7-42FD-BCBC-4E507C13737C}">
      <dsp:nvSpPr>
        <dsp:cNvPr id="0" name=""/>
        <dsp:cNvSpPr/>
      </dsp:nvSpPr>
      <dsp:spPr>
        <a:xfrm>
          <a:off x="4120078" y="361015"/>
          <a:ext cx="1805078" cy="1369621"/>
        </a:xfrm>
        <a:prstGeom prst="rect">
          <a:avLst/>
        </a:prstGeom>
        <a:solidFill>
          <a:srgbClr val="F3F6F4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Réaction quantitative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>
              <a:solidFill>
                <a:srgbClr val="00B050"/>
              </a:solidFill>
            </a:rPr>
            <a:t>Produit avec bonne pureté</a:t>
          </a:r>
        </a:p>
      </dsp:txBody>
      <dsp:txXfrm>
        <a:off x="4120078" y="361015"/>
        <a:ext cx="1805078" cy="13696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6F319-2E82-4AA7-9512-07EC3E9B1AD7}">
      <dsp:nvSpPr>
        <dsp:cNvPr id="0" name=""/>
        <dsp:cNvSpPr/>
      </dsp:nvSpPr>
      <dsp:spPr>
        <a:xfrm rot="21207675">
          <a:off x="0" y="776754"/>
          <a:ext cx="2899625" cy="1812265"/>
        </a:xfrm>
        <a:prstGeom prst="swooshArrow">
          <a:avLst>
            <a:gd name="adj1" fmla="val 25000"/>
            <a:gd name="adj2" fmla="val 25000"/>
          </a:avLst>
        </a:prstGeom>
        <a:solidFill>
          <a:srgbClr val="E2E8E4"/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855BC-4892-4097-99FF-A4614228DF69}">
      <dsp:nvSpPr>
        <dsp:cNvPr id="0" name=""/>
        <dsp:cNvSpPr/>
      </dsp:nvSpPr>
      <dsp:spPr>
        <a:xfrm>
          <a:off x="560053" y="1997610"/>
          <a:ext cx="75390" cy="753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3B55B3-5863-45A5-A26E-78F3AF784D74}">
      <dsp:nvSpPr>
        <dsp:cNvPr id="0" name=""/>
        <dsp:cNvSpPr/>
      </dsp:nvSpPr>
      <dsp:spPr>
        <a:xfrm>
          <a:off x="497918" y="2131769"/>
          <a:ext cx="675612" cy="523744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48" tIns="0" rIns="0" bIns="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600" b="1" kern="1200" dirty="0"/>
            <a:t>Protocole actuel</a:t>
          </a:r>
        </a:p>
      </dsp:txBody>
      <dsp:txXfrm>
        <a:off x="497918" y="2131769"/>
        <a:ext cx="675612" cy="523744"/>
      </dsp:txXfrm>
    </dsp:sp>
    <dsp:sp modelId="{C0A46343-9DEF-4FC9-BE8F-0733E0E3D14D}">
      <dsp:nvSpPr>
        <dsp:cNvPr id="0" name=""/>
        <dsp:cNvSpPr/>
      </dsp:nvSpPr>
      <dsp:spPr>
        <a:xfrm>
          <a:off x="1033599" y="1546605"/>
          <a:ext cx="136282" cy="13628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E234A2-4C4E-48CF-9B07-C5C8244D9AC4}">
      <dsp:nvSpPr>
        <dsp:cNvPr id="0" name=""/>
        <dsp:cNvSpPr/>
      </dsp:nvSpPr>
      <dsp:spPr>
        <a:xfrm>
          <a:off x="1149743" y="1682884"/>
          <a:ext cx="695910" cy="98587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213" tIns="0" rIns="0" bIns="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600" b="1" kern="1200" dirty="0"/>
            <a:t>Dean-Stark</a:t>
          </a:r>
        </a:p>
      </dsp:txBody>
      <dsp:txXfrm>
        <a:off x="1149743" y="1682884"/>
        <a:ext cx="695910" cy="985872"/>
      </dsp:txXfrm>
    </dsp:sp>
    <dsp:sp modelId="{6E117F76-FBB2-4FF5-971D-5FA52DC40264}">
      <dsp:nvSpPr>
        <dsp:cNvPr id="0" name=""/>
        <dsp:cNvSpPr/>
      </dsp:nvSpPr>
      <dsp:spPr>
        <a:xfrm>
          <a:off x="1941900" y="1139766"/>
          <a:ext cx="188475" cy="18847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844C88-D5CA-45C7-8B43-83276CF2EF5E}">
      <dsp:nvSpPr>
        <dsp:cNvPr id="0" name=""/>
        <dsp:cNvSpPr/>
      </dsp:nvSpPr>
      <dsp:spPr>
        <a:xfrm>
          <a:off x="1868256" y="1353476"/>
          <a:ext cx="695910" cy="1259524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69" tIns="0" rIns="0" bIns="0" numCol="1" spcCol="1270" anchor="t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600" b="1" kern="1200" cap="all" baseline="0" dirty="0">
              <a:solidFill>
                <a:srgbClr val="7030A0"/>
              </a:solidFill>
            </a:rPr>
            <a:t>Avec chlorure d’éthanoyle</a:t>
          </a:r>
        </a:p>
      </dsp:txBody>
      <dsp:txXfrm>
        <a:off x="1868256" y="1353476"/>
        <a:ext cx="695910" cy="1259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3E03663-6584-4CBC-B3FC-74BA181596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83D984-4AC8-4F35-AB2D-EE4B896CB8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BC329-086E-459D-9E1E-8E7B47310510}" type="datetimeFigureOut">
              <a:rPr lang="fr-FR" smtClean="0"/>
              <a:t>15/08/2026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889DC1-3A7A-40E0-AEE9-7FA23F45CA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1BA69B-29E6-4AFB-AF00-F979264AEB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A1725-975D-4B7B-8032-81E599C077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7097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44143-6D04-4154-9FA8-FBFD6423F849}" type="datetimeFigureOut">
              <a:rPr lang="fr-FR" smtClean="0"/>
              <a:t>15/08/2026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256B6-018C-4ACF-BB91-A80ED81009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8841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E7E4F0FD-ED5D-4C3F-897A-501492A13A76}" type="datetime1">
              <a:rPr lang="en-US" smtClean="0"/>
              <a:t>8/15/2026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3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9EC92016-E226-4117-8FE8-14D9D23639EA}" type="datetime1">
              <a:rPr lang="en-US" smtClean="0"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62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emf"/><Relationship Id="rId3" Type="http://schemas.openxmlformats.org/officeDocument/2006/relationships/diagramLayout" Target="../diagrams/layout1.xml"/><Relationship Id="rId12" Type="http://schemas.openxmlformats.org/officeDocument/2006/relationships/oleObject" Target="../embeddings/oleObject1.bin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5.svg"/><Relationship Id="rId5" Type="http://schemas.openxmlformats.org/officeDocument/2006/relationships/diagramColors" Target="../diagrams/colors1.xml"/><Relationship Id="rId10" Type="http://schemas.openxmlformats.org/officeDocument/2006/relationships/slide" Target="slide2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7.emf"/><Relationship Id="rId7" Type="http://schemas.openxmlformats.org/officeDocument/2006/relationships/diagramQuickStyle" Target="../diagrams/quickStyle2.xml"/><Relationship Id="rId1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11" Type="http://schemas.openxmlformats.org/officeDocument/2006/relationships/image" Target="../media/image5.svg"/><Relationship Id="rId5" Type="http://schemas.openxmlformats.org/officeDocument/2006/relationships/diagramData" Target="../diagrams/data2.xml"/><Relationship Id="rId10" Type="http://schemas.openxmlformats.org/officeDocument/2006/relationships/slide" Target="slide22.xml"/><Relationship Id="rId4" Type="http://schemas.openxmlformats.org/officeDocument/2006/relationships/image" Target="../media/image5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9.emf"/><Relationship Id="rId7" Type="http://schemas.openxmlformats.org/officeDocument/2006/relationships/diagramData" Target="../diagrams/data3.xml"/><Relationship Id="rId1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microsoft.com/office/2007/relationships/diagramDrawing" Target="../diagrams/drawing3.xml"/><Relationship Id="rId5" Type="http://schemas.openxmlformats.org/officeDocument/2006/relationships/slide" Target="slide23.xml"/><Relationship Id="rId10" Type="http://schemas.openxmlformats.org/officeDocument/2006/relationships/diagramColors" Target="../diagrams/colors3.xml"/><Relationship Id="rId4" Type="http://schemas.openxmlformats.org/officeDocument/2006/relationships/image" Target="../media/image5.png"/><Relationship Id="rId9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slide" Target="slide2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5.sv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openxmlformats.org/officeDocument/2006/relationships/slide" Target="slide27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Relationship Id="rId14" Type="http://schemas.openxmlformats.org/officeDocument/2006/relationships/slide" Target="slide2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0.png"/><Relationship Id="rId7" Type="http://schemas.openxmlformats.org/officeDocument/2006/relationships/image" Target="../media/image12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120.png"/><Relationship Id="rId9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image" Target="../media/image33.png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9.xml"/><Relationship Id="rId12" Type="http://schemas.openxmlformats.org/officeDocument/2006/relationships/image" Target="../media/image3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image" Target="../media/image35.png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slide" Target="slid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E85769A-34B7-4E26-8919-D5FA94CA1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EA518E-90C9-43BD-898E-23E998377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r>
              <a:rPr lang="fr-FR" dirty="0"/>
              <a:t>Synthèse d’un arôme artificiel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5353A4-E2FD-4990-8DF4-90D3869A2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69" y="4630738"/>
            <a:ext cx="5617794" cy="1150937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fr-FR" dirty="0"/>
              <a:t>TP de Synthèse Analyse</a:t>
            </a:r>
          </a:p>
          <a:p>
            <a:pPr algn="ctr"/>
            <a:r>
              <a:rPr lang="fr-FR" dirty="0"/>
              <a:t>N°1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6808283-A1DB-43B4-A966-F9598351A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9884" y="1"/>
            <a:ext cx="4160139" cy="2705499"/>
          </a:xfrm>
          <a:custGeom>
            <a:avLst/>
            <a:gdLst>
              <a:gd name="connsiteX0" fmla="*/ 287297 w 4160139"/>
              <a:gd name="connsiteY0" fmla="*/ 0 h 2705499"/>
              <a:gd name="connsiteX1" fmla="*/ 3995256 w 4160139"/>
              <a:gd name="connsiteY1" fmla="*/ 0 h 2705499"/>
              <a:gd name="connsiteX2" fmla="*/ 4034877 w 4160139"/>
              <a:gd name="connsiteY2" fmla="*/ 103389 h 2705499"/>
              <a:gd name="connsiteX3" fmla="*/ 4160139 w 4160139"/>
              <a:gd name="connsiteY3" fmla="*/ 910537 h 2705499"/>
              <a:gd name="connsiteX4" fmla="*/ 3944007 w 4160139"/>
              <a:gd name="connsiteY4" fmla="*/ 1507609 h 2705499"/>
              <a:gd name="connsiteX5" fmla="*/ 3304097 w 4160139"/>
              <a:gd name="connsiteY5" fmla="*/ 2063570 h 2705499"/>
              <a:gd name="connsiteX6" fmla="*/ 3163402 w 4160139"/>
              <a:gd name="connsiteY6" fmla="*/ 2169920 h 2705499"/>
              <a:gd name="connsiteX7" fmla="*/ 2007312 w 4160139"/>
              <a:gd name="connsiteY7" fmla="*/ 2705499 h 2705499"/>
              <a:gd name="connsiteX8" fmla="*/ 484397 w 4160139"/>
              <a:gd name="connsiteY8" fmla="*/ 1834932 h 2705499"/>
              <a:gd name="connsiteX9" fmla="*/ 322099 w 4160139"/>
              <a:gd name="connsiteY9" fmla="*/ 1612216 h 2705499"/>
              <a:gd name="connsiteX10" fmla="*/ 0 w 4160139"/>
              <a:gd name="connsiteY10" fmla="*/ 910537 h 2705499"/>
              <a:gd name="connsiteX11" fmla="*/ 194617 w 4160139"/>
              <a:gd name="connsiteY11" fmla="*/ 154855 h 270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60139" h="2705499">
                <a:moveTo>
                  <a:pt x="287297" y="0"/>
                </a:moveTo>
                <a:lnTo>
                  <a:pt x="3995256" y="0"/>
                </a:lnTo>
                <a:lnTo>
                  <a:pt x="4034877" y="103389"/>
                </a:lnTo>
                <a:cubicBezTo>
                  <a:pt x="4117064" y="350002"/>
                  <a:pt x="4160139" y="623018"/>
                  <a:pt x="4160139" y="910537"/>
                </a:cubicBezTo>
                <a:cubicBezTo>
                  <a:pt x="4160139" y="1139959"/>
                  <a:pt x="4093451" y="1324089"/>
                  <a:pt x="3944007" y="1507609"/>
                </a:cubicBezTo>
                <a:cubicBezTo>
                  <a:pt x="3787690" y="1699579"/>
                  <a:pt x="3552811" y="1876392"/>
                  <a:pt x="3304097" y="2063570"/>
                </a:cubicBezTo>
                <a:cubicBezTo>
                  <a:pt x="3258210" y="2098062"/>
                  <a:pt x="3210805" y="2133774"/>
                  <a:pt x="3163402" y="2169920"/>
                </a:cubicBezTo>
                <a:cubicBezTo>
                  <a:pt x="2739085" y="2493411"/>
                  <a:pt x="2429395" y="2705499"/>
                  <a:pt x="2007312" y="2705499"/>
                </a:cubicBezTo>
                <a:cubicBezTo>
                  <a:pt x="1364186" y="2705499"/>
                  <a:pt x="908715" y="2445156"/>
                  <a:pt x="484397" y="1834932"/>
                </a:cubicBezTo>
                <a:cubicBezTo>
                  <a:pt x="428870" y="1755060"/>
                  <a:pt x="374591" y="1682420"/>
                  <a:pt x="322099" y="1612216"/>
                </a:cubicBezTo>
                <a:cubicBezTo>
                  <a:pt x="104539" y="1321127"/>
                  <a:pt x="0" y="1169747"/>
                  <a:pt x="0" y="910537"/>
                </a:cubicBezTo>
                <a:cubicBezTo>
                  <a:pt x="0" y="653156"/>
                  <a:pt x="65526" y="398909"/>
                  <a:pt x="194617" y="15485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B881382-2905-40A6-B674-0F8E1249E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3627" y="1"/>
            <a:ext cx="3932649" cy="2526221"/>
          </a:xfrm>
          <a:custGeom>
            <a:avLst/>
            <a:gdLst>
              <a:gd name="connsiteX0" fmla="*/ 327220 w 3932649"/>
              <a:gd name="connsiteY0" fmla="*/ 0 h 2526221"/>
              <a:gd name="connsiteX1" fmla="*/ 3746109 w 3932649"/>
              <a:gd name="connsiteY1" fmla="*/ 0 h 2526221"/>
              <a:gd name="connsiteX2" fmla="*/ 3749094 w 3932649"/>
              <a:gd name="connsiteY2" fmla="*/ 5803 h 2526221"/>
              <a:gd name="connsiteX3" fmla="*/ 3932649 w 3932649"/>
              <a:gd name="connsiteY3" fmla="*/ 899994 h 2526221"/>
              <a:gd name="connsiteX4" fmla="*/ 3728337 w 3932649"/>
              <a:gd name="connsiteY4" fmla="*/ 1440938 h 2526221"/>
              <a:gd name="connsiteX5" fmla="*/ 3123419 w 3932649"/>
              <a:gd name="connsiteY5" fmla="*/ 1944636 h 2526221"/>
              <a:gd name="connsiteX6" fmla="*/ 2990418 w 3932649"/>
              <a:gd name="connsiteY6" fmla="*/ 2040989 h 2526221"/>
              <a:gd name="connsiteX7" fmla="*/ 1897546 w 3932649"/>
              <a:gd name="connsiteY7" fmla="*/ 2526221 h 2526221"/>
              <a:gd name="connsiteX8" fmla="*/ 457909 w 3932649"/>
              <a:gd name="connsiteY8" fmla="*/ 1737492 h 2526221"/>
              <a:gd name="connsiteX9" fmla="*/ 304485 w 3932649"/>
              <a:gd name="connsiteY9" fmla="*/ 1535712 h 2526221"/>
              <a:gd name="connsiteX10" fmla="*/ 0 w 3932649"/>
              <a:gd name="connsiteY10" fmla="*/ 899994 h 2526221"/>
              <a:gd name="connsiteX11" fmla="*/ 183974 w 3932649"/>
              <a:gd name="connsiteY11" fmla="*/ 215351 h 2526221"/>
              <a:gd name="connsiteX12" fmla="*/ 283080 w 3932649"/>
              <a:gd name="connsiteY12" fmla="*/ 56648 h 2526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32649" h="2526221">
                <a:moveTo>
                  <a:pt x="327220" y="0"/>
                </a:moveTo>
                <a:lnTo>
                  <a:pt x="3746109" y="0"/>
                </a:lnTo>
                <a:lnTo>
                  <a:pt x="3749094" y="5803"/>
                </a:lnTo>
                <a:cubicBezTo>
                  <a:pt x="3869026" y="269299"/>
                  <a:pt x="3932649" y="574382"/>
                  <a:pt x="3932649" y="899994"/>
                </a:cubicBezTo>
                <a:cubicBezTo>
                  <a:pt x="3932649" y="1107850"/>
                  <a:pt x="3869608" y="1274671"/>
                  <a:pt x="3728337" y="1440938"/>
                </a:cubicBezTo>
                <a:cubicBezTo>
                  <a:pt x="3580568" y="1614862"/>
                  <a:pt x="3358533" y="1775054"/>
                  <a:pt x="3123419" y="1944636"/>
                </a:cubicBezTo>
                <a:cubicBezTo>
                  <a:pt x="3080041" y="1975886"/>
                  <a:pt x="3035229" y="2008241"/>
                  <a:pt x="2990418" y="2040989"/>
                </a:cubicBezTo>
                <a:cubicBezTo>
                  <a:pt x="2589303" y="2334070"/>
                  <a:pt x="2296549" y="2526221"/>
                  <a:pt x="1897546" y="2526221"/>
                </a:cubicBezTo>
                <a:cubicBezTo>
                  <a:pt x="1289588" y="2526221"/>
                  <a:pt x="859023" y="2290352"/>
                  <a:pt x="457909" y="1737492"/>
                </a:cubicBezTo>
                <a:cubicBezTo>
                  <a:pt x="405418" y="1665129"/>
                  <a:pt x="354108" y="1599316"/>
                  <a:pt x="304485" y="1535712"/>
                </a:cubicBezTo>
                <a:cubicBezTo>
                  <a:pt x="98822" y="1271987"/>
                  <a:pt x="0" y="1134838"/>
                  <a:pt x="0" y="899994"/>
                </a:cubicBezTo>
                <a:cubicBezTo>
                  <a:pt x="0" y="666809"/>
                  <a:pt x="61943" y="436462"/>
                  <a:pt x="183974" y="215351"/>
                </a:cubicBezTo>
                <a:cubicBezTo>
                  <a:pt x="213828" y="161276"/>
                  <a:pt x="246888" y="108345"/>
                  <a:pt x="283080" y="56648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" name="Image 9" descr="Une image contenant frites, fruit, plante, pile&#10;&#10;Description générée automatiquement">
            <a:extLst>
              <a:ext uri="{FF2B5EF4-FFF2-40B4-BE49-F238E27FC236}">
                <a16:creationId xmlns:a16="http://schemas.microsoft.com/office/drawing/2014/main" id="{67F7EC3C-1152-484C-ADA2-AA3AC1D63D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3" r="-4" b="-4"/>
          <a:stretch/>
        </p:blipFill>
        <p:spPr>
          <a:xfrm>
            <a:off x="1839747" y="3"/>
            <a:ext cx="3440421" cy="2402343"/>
          </a:xfrm>
          <a:custGeom>
            <a:avLst/>
            <a:gdLst/>
            <a:ahLst/>
            <a:cxnLst/>
            <a:rect l="l" t="t" r="r" b="b"/>
            <a:pathLst>
              <a:path w="3440421" h="2402343">
                <a:moveTo>
                  <a:pt x="379897" y="0"/>
                </a:moveTo>
                <a:lnTo>
                  <a:pt x="3218884" y="0"/>
                </a:lnTo>
                <a:lnTo>
                  <a:pt x="3279840" y="122543"/>
                </a:lnTo>
                <a:cubicBezTo>
                  <a:pt x="3384762" y="360883"/>
                  <a:pt x="3440421" y="636841"/>
                  <a:pt x="3440421" y="931368"/>
                </a:cubicBezTo>
                <a:cubicBezTo>
                  <a:pt x="3440421" y="1119380"/>
                  <a:pt x="3385271" y="1270275"/>
                  <a:pt x="3261683" y="1420669"/>
                </a:cubicBezTo>
                <a:cubicBezTo>
                  <a:pt x="3132407" y="1577990"/>
                  <a:pt x="2938164" y="1722889"/>
                  <a:pt x="2732478" y="1876281"/>
                </a:cubicBezTo>
                <a:cubicBezTo>
                  <a:pt x="2694529" y="1904547"/>
                  <a:pt x="2655326" y="1933813"/>
                  <a:pt x="2616125" y="1963435"/>
                </a:cubicBezTo>
                <a:cubicBezTo>
                  <a:pt x="2265215" y="2228536"/>
                  <a:pt x="2009103" y="2402343"/>
                  <a:pt x="1660040" y="2402343"/>
                </a:cubicBezTo>
                <a:cubicBezTo>
                  <a:pt x="1128177" y="2402343"/>
                  <a:pt x="751504" y="2188992"/>
                  <a:pt x="400595" y="1688912"/>
                </a:cubicBezTo>
                <a:cubicBezTo>
                  <a:pt x="354674" y="1623457"/>
                  <a:pt x="309786" y="1563928"/>
                  <a:pt x="266375" y="1506395"/>
                </a:cubicBezTo>
                <a:cubicBezTo>
                  <a:pt x="86453" y="1267847"/>
                  <a:pt x="0" y="1143791"/>
                  <a:pt x="0" y="931368"/>
                </a:cubicBezTo>
                <a:cubicBezTo>
                  <a:pt x="0" y="720444"/>
                  <a:pt x="54190" y="512088"/>
                  <a:pt x="160947" y="312085"/>
                </a:cubicBezTo>
                <a:cubicBezTo>
                  <a:pt x="213181" y="214260"/>
                  <a:pt x="276637" y="120576"/>
                  <a:pt x="350789" y="31674"/>
                </a:cubicBezTo>
                <a:close/>
              </a:path>
            </a:pathLst>
          </a:cu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5631074-8AE6-4D14-80C0-3068E1D44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" y="3018886"/>
            <a:ext cx="5253985" cy="3839114"/>
          </a:xfrm>
          <a:custGeom>
            <a:avLst/>
            <a:gdLst>
              <a:gd name="connsiteX0" fmla="*/ 2652764 w 5253985"/>
              <a:gd name="connsiteY0" fmla="*/ 0 h 3839114"/>
              <a:gd name="connsiteX1" fmla="*/ 3746786 w 5253985"/>
              <a:gd name="connsiteY1" fmla="*/ 229373 h 3839114"/>
              <a:gd name="connsiteX2" fmla="*/ 4544690 w 5253985"/>
              <a:gd name="connsiteY2" fmla="*/ 848244 h 3839114"/>
              <a:gd name="connsiteX3" fmla="*/ 5253985 w 5253985"/>
              <a:gd name="connsiteY3" fmla="*/ 3040325 h 3839114"/>
              <a:gd name="connsiteX4" fmla="*/ 5014333 w 5253985"/>
              <a:gd name="connsiteY4" fmla="*/ 3835527 h 3839114"/>
              <a:gd name="connsiteX5" fmla="*/ 5011695 w 5253985"/>
              <a:gd name="connsiteY5" fmla="*/ 3839114 h 3839114"/>
              <a:gd name="connsiteX6" fmla="*/ 0 w 5253985"/>
              <a:gd name="connsiteY6" fmla="*/ 3839114 h 3839114"/>
              <a:gd name="connsiteX7" fmla="*/ 0 w 5253985"/>
              <a:gd name="connsiteY7" fmla="*/ 1152678 h 3839114"/>
              <a:gd name="connsiteX8" fmla="*/ 3216 w 5253985"/>
              <a:gd name="connsiteY8" fmla="*/ 1149041 h 3839114"/>
              <a:gd name="connsiteX9" fmla="*/ 241558 w 5253985"/>
              <a:gd name="connsiteY9" fmla="*/ 924832 h 3839114"/>
              <a:gd name="connsiteX10" fmla="*/ 1375905 w 5253985"/>
              <a:gd name="connsiteY10" fmla="*/ 246814 h 3839114"/>
              <a:gd name="connsiteX11" fmla="*/ 2652764 w 5253985"/>
              <a:gd name="connsiteY11" fmla="*/ 0 h 38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53985" h="3839114">
                <a:moveTo>
                  <a:pt x="2652764" y="0"/>
                </a:moveTo>
                <a:cubicBezTo>
                  <a:pt x="3052630" y="0"/>
                  <a:pt x="3420654" y="77244"/>
                  <a:pt x="3746786" y="229373"/>
                </a:cubicBezTo>
                <a:cubicBezTo>
                  <a:pt x="4052428" y="372058"/>
                  <a:pt x="4320877" y="580316"/>
                  <a:pt x="4544690" y="848244"/>
                </a:cubicBezTo>
                <a:cubicBezTo>
                  <a:pt x="5002112" y="1396033"/>
                  <a:pt x="5253985" y="2174508"/>
                  <a:pt x="5253985" y="3040325"/>
                </a:cubicBezTo>
                <a:cubicBezTo>
                  <a:pt x="5253985" y="3342582"/>
                  <a:pt x="5179347" y="3592625"/>
                  <a:pt x="5014333" y="3835527"/>
                </a:cubicBezTo>
                <a:lnTo>
                  <a:pt x="5011695" y="3839114"/>
                </a:lnTo>
                <a:lnTo>
                  <a:pt x="0" y="3839114"/>
                </a:lnTo>
                <a:lnTo>
                  <a:pt x="0" y="1152678"/>
                </a:lnTo>
                <a:lnTo>
                  <a:pt x="3216" y="1149041"/>
                </a:lnTo>
                <a:cubicBezTo>
                  <a:pt x="78091" y="1071911"/>
                  <a:pt x="157577" y="997126"/>
                  <a:pt x="241558" y="924832"/>
                </a:cubicBezTo>
                <a:cubicBezTo>
                  <a:pt x="571735" y="640510"/>
                  <a:pt x="963900" y="406025"/>
                  <a:pt x="1375905" y="246814"/>
                </a:cubicBezTo>
                <a:cubicBezTo>
                  <a:pt x="1799001" y="83016"/>
                  <a:pt x="2228753" y="0"/>
                  <a:pt x="2652764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8E7DDC4-E7EF-41AA-BF97-1D1A65273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2896807"/>
            <a:ext cx="5496741" cy="3961193"/>
          </a:xfrm>
          <a:custGeom>
            <a:avLst/>
            <a:gdLst>
              <a:gd name="connsiteX0" fmla="*/ 2687984 w 5496741"/>
              <a:gd name="connsiteY0" fmla="*/ 0 h 3961193"/>
              <a:gd name="connsiteX1" fmla="*/ 3869291 w 5496741"/>
              <a:gd name="connsiteY1" fmla="*/ 241782 h 3961193"/>
              <a:gd name="connsiteX2" fmla="*/ 4730855 w 5496741"/>
              <a:gd name="connsiteY2" fmla="*/ 894134 h 3961193"/>
              <a:gd name="connsiteX3" fmla="*/ 5496741 w 5496741"/>
              <a:gd name="connsiteY3" fmla="*/ 3204808 h 3961193"/>
              <a:gd name="connsiteX4" fmla="*/ 5308405 w 5496741"/>
              <a:gd name="connsiteY4" fmla="*/ 3932698 h 3961193"/>
              <a:gd name="connsiteX5" fmla="*/ 5290213 w 5496741"/>
              <a:gd name="connsiteY5" fmla="*/ 3961193 h 3961193"/>
              <a:gd name="connsiteX6" fmla="*/ 0 w 5496741"/>
              <a:gd name="connsiteY6" fmla="*/ 3961193 h 3961193"/>
              <a:gd name="connsiteX7" fmla="*/ 0 w 5496741"/>
              <a:gd name="connsiteY7" fmla="*/ 1052376 h 3961193"/>
              <a:gd name="connsiteX8" fmla="*/ 84403 w 5496741"/>
              <a:gd name="connsiteY8" fmla="*/ 974866 h 3961193"/>
              <a:gd name="connsiteX9" fmla="*/ 1309253 w 5496741"/>
              <a:gd name="connsiteY9" fmla="*/ 260167 h 3961193"/>
              <a:gd name="connsiteX10" fmla="*/ 2687984 w 5496741"/>
              <a:gd name="connsiteY10" fmla="*/ 0 h 396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6741" h="3961193">
                <a:moveTo>
                  <a:pt x="2687984" y="0"/>
                </a:moveTo>
                <a:cubicBezTo>
                  <a:pt x="3119754" y="0"/>
                  <a:pt x="3517139" y="81423"/>
                  <a:pt x="3869291" y="241782"/>
                </a:cubicBezTo>
                <a:cubicBezTo>
                  <a:pt x="4199319" y="392186"/>
                  <a:pt x="4489185" y="611711"/>
                  <a:pt x="4730855" y="894134"/>
                </a:cubicBezTo>
                <a:cubicBezTo>
                  <a:pt x="5224771" y="1471559"/>
                  <a:pt x="5496741" y="2292150"/>
                  <a:pt x="5496741" y="3204808"/>
                </a:cubicBezTo>
                <a:cubicBezTo>
                  <a:pt x="5496741" y="3477901"/>
                  <a:pt x="5437529" y="3710558"/>
                  <a:pt x="5308405" y="3932698"/>
                </a:cubicBezTo>
                <a:lnTo>
                  <a:pt x="5290213" y="3961193"/>
                </a:lnTo>
                <a:lnTo>
                  <a:pt x="0" y="3961193"/>
                </a:lnTo>
                <a:lnTo>
                  <a:pt x="0" y="1052376"/>
                </a:lnTo>
                <a:lnTo>
                  <a:pt x="84403" y="974866"/>
                </a:lnTo>
                <a:cubicBezTo>
                  <a:pt x="440924" y="675162"/>
                  <a:pt x="864377" y="427991"/>
                  <a:pt x="1309253" y="260167"/>
                </a:cubicBezTo>
                <a:cubicBezTo>
                  <a:pt x="1766105" y="87507"/>
                  <a:pt x="2230145" y="0"/>
                  <a:pt x="2687984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9CC255C-0586-4E56-B44A-BB42BFD8A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2764456"/>
            <a:ext cx="5719379" cy="4093544"/>
          </a:xfrm>
          <a:custGeom>
            <a:avLst/>
            <a:gdLst>
              <a:gd name="connsiteX0" fmla="*/ 2598837 w 5719379"/>
              <a:gd name="connsiteY0" fmla="*/ 0 h 4093544"/>
              <a:gd name="connsiteX1" fmla="*/ 3911275 w 5719379"/>
              <a:gd name="connsiteY1" fmla="*/ 254318 h 4093544"/>
              <a:gd name="connsiteX2" fmla="*/ 4868477 w 5719379"/>
              <a:gd name="connsiteY2" fmla="*/ 940493 h 4093544"/>
              <a:gd name="connsiteX3" fmla="*/ 5719379 w 5719379"/>
              <a:gd name="connsiteY3" fmla="*/ 3370969 h 4093544"/>
              <a:gd name="connsiteX4" fmla="*/ 5575448 w 5719379"/>
              <a:gd name="connsiteY4" fmla="*/ 4018702 h 4093544"/>
              <a:gd name="connsiteX5" fmla="*/ 5533988 w 5719379"/>
              <a:gd name="connsiteY5" fmla="*/ 4093544 h 4093544"/>
              <a:gd name="connsiteX6" fmla="*/ 0 w 5719379"/>
              <a:gd name="connsiteY6" fmla="*/ 4093544 h 4093544"/>
              <a:gd name="connsiteX7" fmla="*/ 0 w 5719379"/>
              <a:gd name="connsiteY7" fmla="*/ 811758 h 4093544"/>
              <a:gd name="connsiteX8" fmla="*/ 16471 w 5719379"/>
              <a:gd name="connsiteY8" fmla="*/ 799779 h 4093544"/>
              <a:gd name="connsiteX9" fmla="*/ 1067060 w 5719379"/>
              <a:gd name="connsiteY9" fmla="*/ 273655 h 4093544"/>
              <a:gd name="connsiteX10" fmla="*/ 2598837 w 5719379"/>
              <a:gd name="connsiteY10" fmla="*/ 0 h 409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19379" h="4093544">
                <a:moveTo>
                  <a:pt x="2598837" y="0"/>
                </a:moveTo>
                <a:cubicBezTo>
                  <a:pt x="3078535" y="0"/>
                  <a:pt x="3520032" y="85645"/>
                  <a:pt x="3911275" y="254318"/>
                </a:cubicBezTo>
                <a:cubicBezTo>
                  <a:pt x="4277938" y="412520"/>
                  <a:pt x="4599980" y="643426"/>
                  <a:pt x="4868477" y="940493"/>
                </a:cubicBezTo>
                <a:cubicBezTo>
                  <a:pt x="5417220" y="1547855"/>
                  <a:pt x="5719379" y="2410992"/>
                  <a:pt x="5719379" y="3370969"/>
                </a:cubicBezTo>
                <a:cubicBezTo>
                  <a:pt x="5719379" y="3610346"/>
                  <a:pt x="5673695" y="3820187"/>
                  <a:pt x="5575448" y="4018702"/>
                </a:cubicBezTo>
                <a:lnTo>
                  <a:pt x="5533988" y="4093544"/>
                </a:lnTo>
                <a:lnTo>
                  <a:pt x="0" y="4093544"/>
                </a:lnTo>
                <a:lnTo>
                  <a:pt x="0" y="811758"/>
                </a:lnTo>
                <a:lnTo>
                  <a:pt x="16471" y="799779"/>
                </a:lnTo>
                <a:cubicBezTo>
                  <a:pt x="339059" y="585391"/>
                  <a:pt x="696365" y="406049"/>
                  <a:pt x="1067060" y="273655"/>
                </a:cubicBezTo>
                <a:cubicBezTo>
                  <a:pt x="1574625" y="92045"/>
                  <a:pt x="2090175" y="0"/>
                  <a:pt x="2598837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3173002-B5C1-4CA0-A932-F4367307BF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9" t="-8468" r="1283" b="5428"/>
          <a:stretch/>
        </p:blipFill>
        <p:spPr>
          <a:xfrm>
            <a:off x="384160" y="3333997"/>
            <a:ext cx="4486275" cy="3208891"/>
          </a:xfrm>
          <a:custGeom>
            <a:avLst/>
            <a:gdLst/>
            <a:ahLst/>
            <a:cxnLst/>
            <a:rect l="l" t="t" r="r" b="b"/>
            <a:pathLst>
              <a:path w="4967392" h="3657982">
                <a:moveTo>
                  <a:pt x="2611465" y="0"/>
                </a:moveTo>
                <a:cubicBezTo>
                  <a:pt x="2973626" y="0"/>
                  <a:pt x="3306944" y="71395"/>
                  <a:pt x="3602322" y="212004"/>
                </a:cubicBezTo>
                <a:cubicBezTo>
                  <a:pt x="3879142" y="343883"/>
                  <a:pt x="4122277" y="536370"/>
                  <a:pt x="4324984" y="784010"/>
                </a:cubicBezTo>
                <a:cubicBezTo>
                  <a:pt x="4739271" y="1290317"/>
                  <a:pt x="4967392" y="2009841"/>
                  <a:pt x="4967392" y="2810095"/>
                </a:cubicBezTo>
                <a:cubicBezTo>
                  <a:pt x="4967392" y="3129372"/>
                  <a:pt x="4879100" y="3385618"/>
                  <a:pt x="4681235" y="3641013"/>
                </a:cubicBezTo>
                <a:lnTo>
                  <a:pt x="4666298" y="3657982"/>
                </a:lnTo>
                <a:lnTo>
                  <a:pt x="0" y="3657982"/>
                </a:lnTo>
                <a:lnTo>
                  <a:pt x="0" y="1311761"/>
                </a:lnTo>
                <a:lnTo>
                  <a:pt x="20961" y="1282259"/>
                </a:lnTo>
                <a:cubicBezTo>
                  <a:pt x="139676" y="1131288"/>
                  <a:pt x="275515" y="988438"/>
                  <a:pt x="427636" y="854799"/>
                </a:cubicBezTo>
                <a:cubicBezTo>
                  <a:pt x="726679" y="592007"/>
                  <a:pt x="1081863" y="375279"/>
                  <a:pt x="1455015" y="228124"/>
                </a:cubicBezTo>
                <a:cubicBezTo>
                  <a:pt x="1838214" y="76730"/>
                  <a:pt x="2227440" y="0"/>
                  <a:pt x="2611465" y="0"/>
                </a:cubicBezTo>
                <a:close/>
              </a:path>
            </a:pathLst>
          </a:cu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5C66BA-86AE-410B-85FB-A138EAF6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48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BE70332-ECAF-47BB-8C7B-BD049452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0158" y="1068946"/>
            <a:ext cx="4960104" cy="473550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16D9361-A35A-4DC8-AAB9-04FD2D6FE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92" y="912854"/>
            <a:ext cx="5298208" cy="503229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7FC31AD-FBB3-4219-A758-D6F7594A0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583" y="1197735"/>
            <a:ext cx="4641209" cy="447461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85B7D5-048F-4FE4-8436-43113511D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675" y="1685677"/>
            <a:ext cx="4215520" cy="2362673"/>
          </a:xfrm>
        </p:spPr>
        <p:txBody>
          <a:bodyPr anchor="b">
            <a:normAutofit/>
          </a:bodyPr>
          <a:lstStyle/>
          <a:p>
            <a:pPr algn="ctr">
              <a:tabLst>
                <a:tab pos="1611313" algn="l"/>
              </a:tabLst>
            </a:pPr>
            <a:r>
              <a:rPr lang="fr-FR" sz="4400">
                <a:solidFill>
                  <a:schemeClr val="tx1">
                    <a:lumMod val="75000"/>
                    <a:lumOff val="25000"/>
                  </a:schemeClr>
                </a:solidFill>
              </a:rPr>
              <a:t>Cahier des charges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1C58193-80FA-4A1D-884C-089F682FB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086D9C77-E91C-4B40-8331-19D26083F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23143"/>
              </p:ext>
            </p:extLst>
          </p:nvPr>
        </p:nvGraphicFramePr>
        <p:xfrm>
          <a:off x="6238366" y="3835153"/>
          <a:ext cx="5908678" cy="20124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08678">
                  <a:extLst>
                    <a:ext uri="{9D8B030D-6E8A-4147-A177-3AD203B41FA5}">
                      <a16:colId xmlns:a16="http://schemas.microsoft.com/office/drawing/2014/main" val="552716196"/>
                    </a:ext>
                  </a:extLst>
                </a:gridCol>
              </a:tblGrid>
              <a:tr h="2012491">
                <a:tc>
                  <a:txBody>
                    <a:bodyPr/>
                    <a:lstStyle/>
                    <a:p>
                      <a:pPr marL="342900" lvl="0" indent="-342900" algn="l" defTabSz="9144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kern="120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cs typeface="Arial" panose="020B0604020202020204" pitchFamily="34" charset="0"/>
                        </a:rPr>
                        <a:t>Préparation et étalonnage d’une solution de soude C = 0.1 mol/L</a:t>
                      </a:r>
                    </a:p>
                    <a:p>
                      <a:pPr marL="342900" lvl="0" indent="-342900" algn="l" defTabSz="9144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kern="120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cs typeface="Arial" panose="020B0604020202020204" pitchFamily="34" charset="0"/>
                        </a:rPr>
                        <a:t>Vérifier la pureté de l’acide acétique glaciale utilisé.</a:t>
                      </a:r>
                    </a:p>
                    <a:p>
                      <a:pPr marL="342900" lvl="0" indent="-342900" algn="l" defTabSz="9144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kern="120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cs typeface="Arial" panose="020B0604020202020204" pitchFamily="34" charset="0"/>
                        </a:rPr>
                        <a:t>Mettre au point une méthode d’étalonnage de l’acide acétique par densimétrie pour des teneur en acide acétique comprise entre 0,5 % et 10 %. </a:t>
                      </a:r>
                    </a:p>
                    <a:p>
                      <a:pPr marL="342900" lvl="0" indent="-342900" algn="l" defTabSz="9144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kern="120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cs typeface="Arial" panose="020B0604020202020204" pitchFamily="34" charset="0"/>
                        </a:rPr>
                        <a:t>Compléter la fiche de résultats avec vos valeurs expérimentales.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409608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DACDCBFA-A522-4B6E-A669-E4B2F7B1A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862"/>
              </p:ext>
            </p:extLst>
          </p:nvPr>
        </p:nvGraphicFramePr>
        <p:xfrm>
          <a:off x="6215258" y="763477"/>
          <a:ext cx="5908678" cy="20587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08678">
                  <a:extLst>
                    <a:ext uri="{9D8B030D-6E8A-4147-A177-3AD203B41FA5}">
                      <a16:colId xmlns:a16="http://schemas.microsoft.com/office/drawing/2014/main" val="552716196"/>
                    </a:ext>
                  </a:extLst>
                </a:gridCol>
              </a:tblGrid>
              <a:tr h="2058745">
                <a:tc>
                  <a:txBody>
                    <a:bodyPr/>
                    <a:lstStyle/>
                    <a:p>
                      <a:pPr marL="342900" lvl="0" indent="-34290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Gérer le changement de fournisseur d’alcool </a:t>
                      </a:r>
                      <a:r>
                        <a:rPr lang="fr-FR" sz="1600" b="0" dirty="0" err="1">
                          <a:solidFill>
                            <a:srgbClr val="000000"/>
                          </a:solidFill>
                          <a:effectLst/>
                          <a:latin typeface="Noto Sans Symbols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isoamylique</a:t>
                      </a:r>
                      <a:r>
                        <a:rPr lang="fr-FR" sz="1600" b="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en vérifiant sa qualité ainsi que son implication dans le protocole actuel de synthèse ; informer alors les collègues de la production à l’aide d’un rapport succinct.</a:t>
                      </a:r>
                      <a:endParaRPr lang="fr-FR" sz="1100" b="0" dirty="0">
                        <a:effectLst/>
                        <a:latin typeface="Noto Sans Symbols"/>
                        <a:ea typeface="Noto Sans Symbols"/>
                        <a:cs typeface="Noto Sans Symbols"/>
                      </a:endParaRPr>
                    </a:p>
                    <a:p>
                      <a:pPr marL="342900" lvl="0" indent="-34290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Modifier, à l’échelle du laboratoire, le protocole afin d’optimiser et le rendement (au moins 75%) et la pureté (au moins 95 %).</a:t>
                      </a:r>
                      <a:endParaRPr lang="fr-FR" sz="1100" b="0" dirty="0">
                        <a:effectLst/>
                        <a:latin typeface="Noto Sans Symbols"/>
                        <a:ea typeface="Noto Sans Symbols"/>
                        <a:cs typeface="Noto Sans Symbols"/>
                      </a:endParaRPr>
                    </a:p>
                    <a:p>
                      <a:pPr marL="342900" lvl="0" indent="-342900" algn="l" defTabSz="914400" rtl="0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●"/>
                      </a:pPr>
                      <a:r>
                        <a:rPr lang="fr-FR" sz="1600" b="0" kern="1200" dirty="0">
                          <a:solidFill>
                            <a:srgbClr val="000000"/>
                          </a:solidFill>
                          <a:effectLst/>
                          <a:latin typeface="Noto Sans Symbols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Compléter les feuilles de résultats (1) à (5).</a:t>
                      </a:r>
                      <a:endParaRPr lang="fr-FR" sz="1600" b="0" kern="1200" dirty="0">
                        <a:solidFill>
                          <a:srgbClr val="000000"/>
                        </a:solidFill>
                        <a:effectLst/>
                        <a:latin typeface="Noto Sans Symbols"/>
                        <a:ea typeface="Noto Sans Symbols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409608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2768FA8-B34D-4C8E-B1F3-345ADC9B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0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F344F-2E7A-4CA2-BEA5-FEB7D10D9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47" y="2566852"/>
            <a:ext cx="2103556" cy="1202475"/>
          </a:xfrm>
        </p:spPr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527F653-D07F-4ED0-AF0C-72D853049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6917" y="277188"/>
            <a:ext cx="8134469" cy="634132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fr-FR" dirty="0"/>
              <a:t>Synthèses de l’acétate d’isoamyle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Protocole actuel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Avec entrainement </a:t>
            </a:r>
            <a:r>
              <a:rPr lang="fr-FR" dirty="0" err="1"/>
              <a:t>hétéroazéotropique</a:t>
            </a:r>
            <a:endParaRPr lang="fr-FR" dirty="0"/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A l’aide d’un chlorure d’</a:t>
            </a:r>
            <a:r>
              <a:rPr lang="fr-FR" dirty="0" err="1"/>
              <a:t>alcanoyle</a:t>
            </a:r>
            <a:endParaRPr lang="fr-FR" dirty="0"/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Caractérisation des synthèses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Contrôle de pureté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Contrôle du rendement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 Analyse des matières premières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Contrôle de l’acide acétique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Contrôle de l’alcool </a:t>
            </a:r>
            <a:r>
              <a:rPr lang="fr-FR" dirty="0" err="1"/>
              <a:t>isoamylique</a:t>
            </a:r>
            <a:endParaRPr lang="fr-FR" dirty="0"/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Maintenance des appareils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Justesse du spectrophotomètre</a:t>
            </a:r>
          </a:p>
          <a:p>
            <a:pPr marL="984250" lvl="1" indent="-514350" algn="l">
              <a:buFont typeface="+mj-lt"/>
              <a:buAutoNum type="arabicPeriod"/>
            </a:pPr>
            <a:r>
              <a:rPr lang="fr-FR" dirty="0"/>
              <a:t>Précision spectrale du spectrophotomètre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58D165-E1A8-4F04-95FF-B245259D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2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F344F-2E7A-4CA2-BEA5-FEB7D10D9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347" y="2566852"/>
            <a:ext cx="2770578" cy="1202475"/>
          </a:xfrm>
        </p:spPr>
        <p:txBody>
          <a:bodyPr/>
          <a:lstStyle/>
          <a:p>
            <a:r>
              <a:rPr lang="fr-FR" sz="3200" dirty="0"/>
              <a:t>Planning</a:t>
            </a: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A710447B-7A02-42F0-8DDA-FCEAF7AAD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43729"/>
              </p:ext>
            </p:extLst>
          </p:nvPr>
        </p:nvGraphicFramePr>
        <p:xfrm>
          <a:off x="3965575" y="91440"/>
          <a:ext cx="8128001" cy="6675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758604021"/>
                    </a:ext>
                  </a:extLst>
                </a:gridCol>
                <a:gridCol w="2357967">
                  <a:extLst>
                    <a:ext uri="{9D8B030D-6E8A-4147-A177-3AD203B41FA5}">
                      <a16:colId xmlns:a16="http://schemas.microsoft.com/office/drawing/2014/main" val="3334566234"/>
                    </a:ext>
                  </a:extLst>
                </a:gridCol>
                <a:gridCol w="2357967">
                  <a:extLst>
                    <a:ext uri="{9D8B030D-6E8A-4147-A177-3AD203B41FA5}">
                      <a16:colId xmlns:a16="http://schemas.microsoft.com/office/drawing/2014/main" val="850774613"/>
                    </a:ext>
                  </a:extLst>
                </a:gridCol>
                <a:gridCol w="2357967">
                  <a:extLst>
                    <a:ext uri="{9D8B030D-6E8A-4147-A177-3AD203B41FA5}">
                      <a16:colId xmlns:a16="http://schemas.microsoft.com/office/drawing/2014/main" val="855052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M. Winckler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M. Lamarre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M. Aubertin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54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9h00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Organisation de la séance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75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9h30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Organisation de la séance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Préparation synthèse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14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10h00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CPG alcool </a:t>
                      </a:r>
                      <a:r>
                        <a:rPr lang="fr-FR" sz="1400" dirty="0" err="1"/>
                        <a:t>isoamylique</a:t>
                      </a:r>
                      <a:endParaRPr lang="fr-FR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Analyse Acide acétique (dont étalonnage)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Synthèse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416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10h30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Analyse  acide acétique densimétrie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Préparation et synthèse chlorure d’acétyle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81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11h00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Maintenance spectromètre UV-visible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44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11h30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Traitement synthèse 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238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12h00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Traitement des données expérimentales du matin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51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12h30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Mise en sécurité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31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13h00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Pause repas / café / </a:t>
                      </a:r>
                      <a:r>
                        <a:rPr lang="fr-FR" dirty="0" err="1"/>
                        <a:t>Gateau</a:t>
                      </a:r>
                      <a:endParaRPr lang="fr-F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99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14h00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Evaluation de l’avancement de la synthèse de l’acétate d’isoamyle à partie du chlorure d’acétyle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Étalonnage AgNO</a:t>
                      </a:r>
                      <a:r>
                        <a:rPr lang="fr-FR" sz="1400" baseline="-25000" dirty="0"/>
                        <a:t>3</a:t>
                      </a:r>
                      <a:endParaRPr lang="fr-FR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Traitement synthèse chlorure d’acétyle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8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14h30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Traitement des résultats expérimentaux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24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15h00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Pureté et rendement des produits de synthèse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91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15h30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19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16h00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Préparation </a:t>
                      </a:r>
                      <a:r>
                        <a:rPr lang="fr-FR" sz="1400" dirty="0" err="1"/>
                        <a:t>ppt</a:t>
                      </a:r>
                      <a:r>
                        <a:rPr lang="fr-FR" sz="1400" dirty="0"/>
                        <a:t> de résultats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48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16h30</a:t>
                      </a:r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Préparation </a:t>
                      </a:r>
                      <a:r>
                        <a:rPr lang="fr-FR" sz="1400" dirty="0" err="1"/>
                        <a:t>ppt</a:t>
                      </a:r>
                      <a:r>
                        <a:rPr lang="fr-FR" sz="1400" dirty="0"/>
                        <a:t> de résultats + temps attribué aux traitements des résultats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3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17h00</a:t>
                      </a:r>
                    </a:p>
                  </a:txBody>
                  <a:tcPr anchor="ctr"/>
                </a:tc>
                <a:tc gridSpan="3"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68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17h30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Soutenance CCF 4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440254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C23BA51-1822-4610-9BE3-A4B014DC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9" y="55249"/>
            <a:ext cx="6950454" cy="919325"/>
          </a:xfrm>
        </p:spPr>
        <p:txBody>
          <a:bodyPr anchor="b">
            <a:normAutofit/>
          </a:bodyPr>
          <a:lstStyle/>
          <a:p>
            <a:pPr marL="857250" indent="-857250">
              <a:buFont typeface="+mj-lt"/>
              <a:buAutoNum type="arabicPeriod"/>
            </a:pPr>
            <a:r>
              <a:rPr lang="fr-FR" sz="4000" dirty="0"/>
              <a:t>Protocole actuel</a:t>
            </a:r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26" name="Picture 2" descr="Chauffage à reflux — Wikipédia">
            <a:extLst>
              <a:ext uri="{FF2B5EF4-FFF2-40B4-BE49-F238E27FC236}">
                <a16:creationId xmlns:a16="http://schemas.microsoft.com/office/drawing/2014/main" id="{D22F41DB-C280-4FC4-B1C0-E776840D9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806" y="179294"/>
            <a:ext cx="1539534" cy="622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D2CF8B20-3F15-40D6-8E23-47F39DB149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27194"/>
              </p:ext>
            </p:extLst>
          </p:nvPr>
        </p:nvGraphicFramePr>
        <p:xfrm>
          <a:off x="277813" y="1700213"/>
          <a:ext cx="62722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272328" imgH="739049" progId="ChemDraw.Document.6.0">
                  <p:embed/>
                </p:oleObj>
              </mc:Choice>
              <mc:Fallback>
                <p:oleObj name="CS ChemDraw Drawing" r:id="rId3" imgW="6272328" imgH="73904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813" y="1700213"/>
                        <a:ext cx="6272212" cy="73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re 1">
            <a:extLst>
              <a:ext uri="{FF2B5EF4-FFF2-40B4-BE49-F238E27FC236}">
                <a16:creationId xmlns:a16="http://schemas.microsoft.com/office/drawing/2014/main" id="{3F6E58C5-222D-4C0D-9C4B-5669FE29D95A}"/>
              </a:ext>
            </a:extLst>
          </p:cNvPr>
          <p:cNvSpPr txBox="1">
            <a:spLocks/>
          </p:cNvSpPr>
          <p:nvPr/>
        </p:nvSpPr>
        <p:spPr>
          <a:xfrm>
            <a:off x="45979" y="2717006"/>
            <a:ext cx="6950454" cy="1597981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975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5400" b="1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51D725-14EF-4A1E-BAE5-0F3A513AB241}"/>
              </a:ext>
            </a:extLst>
          </p:cNvPr>
          <p:cNvSpPr txBox="1"/>
          <p:nvPr/>
        </p:nvSpPr>
        <p:spPr>
          <a:xfrm>
            <a:off x="1928367" y="243013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5CCFA63-2398-4963-99F0-B9D1824379C6}"/>
              </a:ext>
            </a:extLst>
          </p:cNvPr>
          <p:cNvSpPr txBox="1"/>
          <p:nvPr/>
        </p:nvSpPr>
        <p:spPr>
          <a:xfrm>
            <a:off x="422604" y="3059668"/>
            <a:ext cx="680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</a:t>
            </a:r>
            <a:r>
              <a:rPr lang="fr-FR" baseline="-25000" dirty="0"/>
              <a:t>th </a:t>
            </a:r>
            <a:r>
              <a:rPr lang="fr-FR" dirty="0"/>
              <a:t>=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30 g  			</a:t>
            </a:r>
            <a:r>
              <a:rPr lang="fr-FR" dirty="0" err="1">
                <a:solidFill>
                  <a:srgbClr val="FF0000"/>
                </a:solidFill>
              </a:rPr>
              <a:t>n</a:t>
            </a:r>
            <a:r>
              <a:rPr lang="fr-FR" baseline="-25000" dirty="0" err="1">
                <a:solidFill>
                  <a:srgbClr val="FF0000"/>
                </a:solidFill>
              </a:rPr>
              <a:t>ol</a:t>
            </a:r>
            <a:r>
              <a:rPr lang="fr-FR" baseline="-25000" dirty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=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2,3 × 10</a:t>
            </a:r>
            <a:r>
              <a:rPr lang="fr-FR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 mol </a:t>
            </a:r>
            <a:r>
              <a:rPr lang="fr-FR" dirty="0">
                <a:latin typeface="Times New Roman" panose="02020603050405020304" pitchFamily="18" charset="0"/>
              </a:rPr>
              <a:t>soit 20,3 g &lt;=&gt; 25,6 </a:t>
            </a:r>
            <a:r>
              <a:rPr lang="fr-FR" dirty="0" err="1">
                <a:latin typeface="Times New Roman" panose="02020603050405020304" pitchFamily="18" charset="0"/>
              </a:rPr>
              <a:t>mL</a:t>
            </a:r>
            <a:endParaRPr lang="fr-FR" dirty="0">
              <a:latin typeface="Times New Roman" panose="02020603050405020304" pitchFamily="18" charset="0"/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2E1E492-08BE-44C2-8E0D-F70C49616583}"/>
              </a:ext>
            </a:extLst>
          </p:cNvPr>
          <p:cNvCxnSpPr/>
          <p:nvPr/>
        </p:nvCxnSpPr>
        <p:spPr>
          <a:xfrm>
            <a:off x="1779448" y="3290047"/>
            <a:ext cx="8280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1769FDD4-5AD7-48EE-A200-C8EC28108EA9}"/>
              </a:ext>
            </a:extLst>
          </p:cNvPr>
          <p:cNvSpPr txBox="1"/>
          <p:nvPr/>
        </p:nvSpPr>
        <p:spPr>
          <a:xfrm>
            <a:off x="4173594" y="2432085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1DA1C49-5585-4754-8FD9-F3D99B3936EA}"/>
              </a:ext>
            </a:extLst>
          </p:cNvPr>
          <p:cNvSpPr txBox="1"/>
          <p:nvPr/>
        </p:nvSpPr>
        <p:spPr>
          <a:xfrm>
            <a:off x="422603" y="3549912"/>
            <a:ext cx="6801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Degré volumique en acide éthanoïque impose la proportion de réactif</a:t>
            </a:r>
          </a:p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soit 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fr-FR" sz="1800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30,6 </a:t>
            </a:r>
            <a:r>
              <a:rPr lang="fr-FR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d’acide acétique.</a:t>
            </a:r>
            <a:endParaRPr lang="fr-FR" dirty="0">
              <a:latin typeface="Times New Roman" panose="02020603050405020304" pitchFamily="18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D1BB80F-6B74-4ED8-9BC2-A4E25C9127FA}"/>
              </a:ext>
            </a:extLst>
          </p:cNvPr>
          <p:cNvSpPr txBox="1"/>
          <p:nvPr/>
        </p:nvSpPr>
        <p:spPr>
          <a:xfrm>
            <a:off x="400725" y="4314613"/>
            <a:ext cx="6801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Déplacement de l’équilibre dans le sens direct, formation d’ester, par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excès d’une espèce réactive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52FC373E-17B7-4CF5-8D4A-78D73DEBA0DA}"/>
              </a:ext>
            </a:extLst>
          </p:cNvPr>
          <p:cNvSpPr txBox="1"/>
          <p:nvPr/>
        </p:nvSpPr>
        <p:spPr>
          <a:xfrm>
            <a:off x="7997351" y="1322865"/>
            <a:ext cx="179258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Milieu anhydre</a:t>
            </a:r>
          </a:p>
          <a:p>
            <a:endParaRPr lang="fr-FR" sz="1800" b="1" i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H</a:t>
            </a:r>
            <a:r>
              <a:rPr lang="fr-FR" sz="4000" b="1" i="1" baseline="-25000" dirty="0">
                <a:solidFill>
                  <a:srgbClr val="00B0F0"/>
                </a:solidFill>
                <a:latin typeface="Times New Roman" panose="02020603050405020304" pitchFamily="18" charset="0"/>
              </a:rPr>
              <a:t>2</a:t>
            </a:r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O</a:t>
            </a:r>
          </a:p>
          <a:p>
            <a:pPr algn="ctr"/>
            <a:endParaRPr lang="fr-FR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967269F3-5384-40CD-B012-F40C1E097689}"/>
              </a:ext>
            </a:extLst>
          </p:cNvPr>
          <p:cNvSpPr/>
          <p:nvPr/>
        </p:nvSpPr>
        <p:spPr>
          <a:xfrm>
            <a:off x="8350217" y="1751125"/>
            <a:ext cx="1086853" cy="992050"/>
          </a:xfrm>
          <a:prstGeom prst="mathMultiply">
            <a:avLst>
              <a:gd name="adj1" fmla="val 5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E0B6759-40FB-45D5-AA7B-B5156042BBF7}"/>
              </a:ext>
            </a:extLst>
          </p:cNvPr>
          <p:cNvSpPr txBox="1"/>
          <p:nvPr/>
        </p:nvSpPr>
        <p:spPr>
          <a:xfrm>
            <a:off x="1918975" y="964945"/>
            <a:ext cx="476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par réaction d’</a:t>
            </a:r>
            <a:r>
              <a:rPr lang="fr-FR" sz="1800" dirty="0" err="1"/>
              <a:t>esterifcation</a:t>
            </a:r>
            <a:r>
              <a:rPr lang="fr-FR" sz="1800" dirty="0"/>
              <a:t> de Fischer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82A815-14EE-4EC2-9D88-9F8C3EF1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22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9" y="55249"/>
            <a:ext cx="6950454" cy="919325"/>
          </a:xfrm>
        </p:spPr>
        <p:txBody>
          <a:bodyPr anchor="b">
            <a:normAutofit/>
          </a:bodyPr>
          <a:lstStyle/>
          <a:p>
            <a:pPr marL="857250" indent="-857250">
              <a:buFont typeface="+mj-lt"/>
              <a:buAutoNum type="arabicPeriod"/>
            </a:pPr>
            <a:r>
              <a:rPr lang="fr-FR" sz="4000" dirty="0"/>
              <a:t>Protocole actuel</a:t>
            </a:r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3F6E58C5-222D-4C0D-9C4B-5669FE29D95A}"/>
              </a:ext>
            </a:extLst>
          </p:cNvPr>
          <p:cNvSpPr txBox="1">
            <a:spLocks/>
          </p:cNvSpPr>
          <p:nvPr/>
        </p:nvSpPr>
        <p:spPr>
          <a:xfrm>
            <a:off x="45979" y="2717006"/>
            <a:ext cx="6950454" cy="1597981"/>
          </a:xfrm>
          <a:prstGeom prst="rect">
            <a:avLst/>
          </a:prstGeom>
        </p:spPr>
        <p:txBody>
          <a:bodyPr vert="horz" lIns="109728" tIns="109728" rIns="109728" bIns="91440" rtlCol="0" anchor="b">
            <a:normAutofit fontScale="975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5400" b="1" kern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51D725-14EF-4A1E-BAE5-0F3A513AB241}"/>
              </a:ext>
            </a:extLst>
          </p:cNvPr>
          <p:cNvSpPr txBox="1"/>
          <p:nvPr/>
        </p:nvSpPr>
        <p:spPr>
          <a:xfrm>
            <a:off x="1928367" y="243013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769FDD4-5AD7-48EE-A200-C8EC28108EA9}"/>
              </a:ext>
            </a:extLst>
          </p:cNvPr>
          <p:cNvSpPr txBox="1"/>
          <p:nvPr/>
        </p:nvSpPr>
        <p:spPr>
          <a:xfrm>
            <a:off x="4173594" y="2432085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E0B6759-40FB-45D5-AA7B-B5156042BBF7}"/>
              </a:ext>
            </a:extLst>
          </p:cNvPr>
          <p:cNvSpPr txBox="1"/>
          <p:nvPr/>
        </p:nvSpPr>
        <p:spPr>
          <a:xfrm>
            <a:off x="1918975" y="964945"/>
            <a:ext cx="6211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par réaction de Fischer</a:t>
            </a:r>
            <a:endParaRPr lang="fr-FR" dirty="0"/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7675DB85-8902-4BA5-AAA2-A3A78CF0A2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0655010"/>
              </p:ext>
            </p:extLst>
          </p:nvPr>
        </p:nvGraphicFramePr>
        <p:xfrm>
          <a:off x="8130465" y="818690"/>
          <a:ext cx="3693235" cy="4870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D607539D-B9C6-4740-9D73-9E3D141CF7F9}"/>
                  </a:ext>
                </a:extLst>
              </p:cNvPr>
              <p:cNvSpPr txBox="1"/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𝑡ℎ</m:t>
                            </m:r>
                          </m:sub>
                        </m:sSub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= … %</a:t>
                </a:r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D607539D-B9C6-4740-9D73-9E3D141CF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blipFill>
                <a:blip r:embed="rId9"/>
                <a:stretch>
                  <a:fillRect b="-157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>
            <a:extLst>
              <a:ext uri="{FF2B5EF4-FFF2-40B4-BE49-F238E27FC236}">
                <a16:creationId xmlns:a16="http://schemas.microsoft.com/office/drawing/2014/main" id="{68C41854-6A89-472E-A55A-11F204080761}"/>
              </a:ext>
            </a:extLst>
          </p:cNvPr>
          <p:cNvSpPr txBox="1"/>
          <p:nvPr/>
        </p:nvSpPr>
        <p:spPr>
          <a:xfrm>
            <a:off x="1928367" y="4511456"/>
            <a:ext cx="4990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</a:t>
            </a:r>
            <a:r>
              <a:rPr lang="fr-FR" dirty="0" err="1"/>
              <a:t>m</a:t>
            </a:r>
            <a:r>
              <a:rPr lang="fr-FR" baseline="-25000" dirty="0" err="1"/>
              <a:t>exp</a:t>
            </a:r>
            <a:r>
              <a:rPr lang="fr-FR" dirty="0"/>
              <a:t>, masse expérimentale obtenue de produit d’intérêt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D63D68-31E3-406C-A09F-E68500E3C1E6}"/>
              </a:ext>
            </a:extLst>
          </p:cNvPr>
          <p:cNvSpPr txBox="1"/>
          <p:nvPr/>
        </p:nvSpPr>
        <p:spPr>
          <a:xfrm>
            <a:off x="1928367" y="5285922"/>
            <a:ext cx="4980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m</a:t>
            </a:r>
            <a:r>
              <a:rPr lang="fr-FR" baseline="-25000" dirty="0"/>
              <a:t>th</a:t>
            </a:r>
            <a:r>
              <a:rPr lang="fr-FR" dirty="0"/>
              <a:t>, masse théorique calculée à partir de la quantité de matière de substrat effectivement utilisée</a:t>
            </a:r>
          </a:p>
          <a:p>
            <a:pPr algn="just"/>
            <a:r>
              <a:rPr lang="fr-FR" dirty="0"/>
              <a:t>Valeur proche de 30 g d’après le cahier des charges</a:t>
            </a:r>
          </a:p>
        </p:txBody>
      </p:sp>
      <p:pic>
        <p:nvPicPr>
          <p:cNvPr id="7" name="Graphique 6" descr="Bécher contour">
            <a:hlinkClick r:id="rId10" action="ppaction://hlinksldjump"/>
            <a:extLst>
              <a:ext uri="{FF2B5EF4-FFF2-40B4-BE49-F238E27FC236}">
                <a16:creationId xmlns:a16="http://schemas.microsoft.com/office/drawing/2014/main" id="{06AC03C5-5AF3-4338-BE34-392A4326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" y="5641522"/>
            <a:ext cx="558800" cy="55880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582B5-60F4-4A72-A903-C205DCF5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3" name="Objet 22">
            <a:extLst>
              <a:ext uri="{FF2B5EF4-FFF2-40B4-BE49-F238E27FC236}">
                <a16:creationId xmlns:a16="http://schemas.microsoft.com/office/drawing/2014/main" id="{4D3E755F-7421-4ABE-8042-CAD379E58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836670"/>
              </p:ext>
            </p:extLst>
          </p:nvPr>
        </p:nvGraphicFramePr>
        <p:xfrm>
          <a:off x="277813" y="1700213"/>
          <a:ext cx="62722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272328" imgH="739049" progId="ChemDraw.Document.6.0">
                  <p:embed/>
                </p:oleObj>
              </mc:Choice>
              <mc:Fallback>
                <p:oleObj name="CS ChemDraw Drawing" r:id="rId12" imgW="6272328" imgH="739049" progId="ChemDraw.Document.6.0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D2CF8B20-3F15-40D6-8E23-47F39DB14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7813" y="1700213"/>
                        <a:ext cx="6272212" cy="73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565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94" y="0"/>
            <a:ext cx="8665494" cy="1597981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marL="857250" indent="-857250">
              <a:buFont typeface="+mj-lt"/>
              <a:buAutoNum type="arabicPeriod" startAt="2"/>
            </a:pPr>
            <a:r>
              <a:rPr lang="fr-FR" sz="4000" dirty="0"/>
              <a:t>Synthèse avec entrainement </a:t>
            </a:r>
            <a:r>
              <a:rPr lang="fr-FR" sz="4000" dirty="0" err="1"/>
              <a:t>hétéoazéotropique</a:t>
            </a:r>
            <a:endParaRPr lang="fr-FR" sz="4000" dirty="0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8" name="Image 7" descr="Une image contenant transport, assis, photo, table&#10;&#10;Description générée automatiquement">
            <a:extLst>
              <a:ext uri="{FF2B5EF4-FFF2-40B4-BE49-F238E27FC236}">
                <a16:creationId xmlns:a16="http://schemas.microsoft.com/office/drawing/2014/main" id="{FFCAC703-8CC9-4DC7-AF14-DB7E9E2061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8000" r="-20075" b="-6286"/>
          <a:stretch/>
        </p:blipFill>
        <p:spPr>
          <a:xfrm>
            <a:off x="7648873" y="-575274"/>
            <a:ext cx="5991497" cy="7837714"/>
          </a:xfrm>
          <a:prstGeom prst="flowChartConnector">
            <a:avLst/>
          </a:prstGeom>
        </p:spPr>
      </p:pic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B8BBB6E3-C851-4C92-8996-98A1366CE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890021"/>
              </p:ext>
            </p:extLst>
          </p:nvPr>
        </p:nvGraphicFramePr>
        <p:xfrm>
          <a:off x="393700" y="1982788"/>
          <a:ext cx="627221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272328" imgH="820853" progId="ChemDraw.Document.6.0">
                  <p:embed/>
                </p:oleObj>
              </mc:Choice>
              <mc:Fallback>
                <p:oleObj name="CS ChemDraw Drawing" r:id="rId3" imgW="6272328" imgH="820853" progId="ChemDraw.Document.6.0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B8BBB6E3-C851-4C92-8996-98A1366CE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700" y="1982788"/>
                        <a:ext cx="6272213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EF413BD6-6F50-45CA-AA6D-1275B30DBCF9}"/>
              </a:ext>
            </a:extLst>
          </p:cNvPr>
          <p:cNvSpPr txBox="1"/>
          <p:nvPr/>
        </p:nvSpPr>
        <p:spPr>
          <a:xfrm>
            <a:off x="422884" y="3297786"/>
            <a:ext cx="680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 g  			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fr-FR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2,3 × 10</a:t>
            </a:r>
            <a:r>
              <a:rPr lang="fr-FR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mol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20,3 g &lt;=&gt; 25,6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89D629-BB45-4EDD-9914-13CEF39866AB}"/>
              </a:ext>
            </a:extLst>
          </p:cNvPr>
          <p:cNvSpPr txBox="1"/>
          <p:nvPr/>
        </p:nvSpPr>
        <p:spPr>
          <a:xfrm>
            <a:off x="401005" y="4552731"/>
            <a:ext cx="6801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Déplacement de l’équilibre dans le sens direct, formation d’ester, par élimination du produit secondaire…</a:t>
            </a:r>
            <a:endParaRPr lang="fr-FR" dirty="0">
              <a:latin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F61476-3C94-459E-B7B7-20329D1A2E6E}"/>
              </a:ext>
            </a:extLst>
          </p:cNvPr>
          <p:cNvSpPr txBox="1"/>
          <p:nvPr/>
        </p:nvSpPr>
        <p:spPr>
          <a:xfrm>
            <a:off x="422883" y="3788030"/>
            <a:ext cx="6801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Acide acétique glacial en excès (réactif), au moins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soit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fr-F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2,3 × 10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d’acide acétique soit au moins 13,2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F0C267EF-A527-48D0-B04E-0BAFF17463D3}"/>
              </a:ext>
            </a:extLst>
          </p:cNvPr>
          <p:cNvCxnSpPr/>
          <p:nvPr/>
        </p:nvCxnSpPr>
        <p:spPr>
          <a:xfrm>
            <a:off x="1779728" y="3528165"/>
            <a:ext cx="8280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42C078F0-2EBE-47F1-8633-B5790C23FE6C}"/>
              </a:ext>
            </a:extLst>
          </p:cNvPr>
          <p:cNvSpPr txBox="1"/>
          <p:nvPr/>
        </p:nvSpPr>
        <p:spPr>
          <a:xfrm>
            <a:off x="3486156" y="5175715"/>
            <a:ext cx="4049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….entrainement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hétéoazéotropique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cyclohexane/eau</a:t>
            </a:r>
            <a:endParaRPr lang="fr-FR" dirty="0">
              <a:latin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C55D072-8C73-4090-ADB6-6C012283B81B}"/>
              </a:ext>
            </a:extLst>
          </p:cNvPr>
          <p:cNvSpPr txBox="1"/>
          <p:nvPr/>
        </p:nvSpPr>
        <p:spPr>
          <a:xfrm>
            <a:off x="8390266" y="1446111"/>
            <a:ext cx="190333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Milieu anhydre</a:t>
            </a:r>
          </a:p>
          <a:p>
            <a:pPr algn="ctr"/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H</a:t>
            </a:r>
            <a:r>
              <a:rPr lang="fr-FR" sz="4000" b="1" i="1" baseline="-25000" dirty="0">
                <a:solidFill>
                  <a:srgbClr val="00B0F0"/>
                </a:solidFill>
                <a:latin typeface="Times New Roman" panose="02020603050405020304" pitchFamily="18" charset="0"/>
              </a:rPr>
              <a:t>2</a:t>
            </a:r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O</a:t>
            </a:r>
          </a:p>
          <a:p>
            <a:pPr algn="ctr"/>
            <a:endParaRPr lang="fr-FR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7AFA7ADE-09A5-4F10-ACA7-37A7D3D599A5}"/>
              </a:ext>
            </a:extLst>
          </p:cNvPr>
          <p:cNvSpPr/>
          <p:nvPr/>
        </p:nvSpPr>
        <p:spPr>
          <a:xfrm>
            <a:off x="8594367" y="1597981"/>
            <a:ext cx="1495133" cy="1110014"/>
          </a:xfrm>
          <a:prstGeom prst="mathMultiply">
            <a:avLst>
              <a:gd name="adj1" fmla="val 5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5F1F9CD-7DC7-4D04-8258-52C18155AAC9}"/>
              </a:ext>
            </a:extLst>
          </p:cNvPr>
          <p:cNvSpPr txBox="1"/>
          <p:nvPr/>
        </p:nvSpPr>
        <p:spPr>
          <a:xfrm>
            <a:off x="1870047" y="2625923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C12B84-886A-414F-BBB7-0B0659BFC224}"/>
              </a:ext>
            </a:extLst>
          </p:cNvPr>
          <p:cNvSpPr txBox="1"/>
          <p:nvPr/>
        </p:nvSpPr>
        <p:spPr>
          <a:xfrm>
            <a:off x="4309285" y="2669116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827B42E-4C24-450B-BCE6-F8D8F05B7313}"/>
              </a:ext>
            </a:extLst>
          </p:cNvPr>
          <p:cNvSpPr txBox="1"/>
          <p:nvPr/>
        </p:nvSpPr>
        <p:spPr>
          <a:xfrm>
            <a:off x="2601533" y="1465031"/>
            <a:ext cx="6211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par réaction de Fischer</a:t>
            </a:r>
            <a:endParaRPr lang="fr-FR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9DEFD50-833F-4F33-A8A4-B061EBE963A6}"/>
              </a:ext>
            </a:extLst>
          </p:cNvPr>
          <p:cNvSpPr/>
          <p:nvPr/>
        </p:nvSpPr>
        <p:spPr>
          <a:xfrm>
            <a:off x="2968491" y="2517667"/>
            <a:ext cx="924405" cy="3298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AB4DBFE-4197-4A17-B0EC-C525BB2A8430}"/>
              </a:ext>
            </a:extLst>
          </p:cNvPr>
          <p:cNvSpPr/>
          <p:nvPr/>
        </p:nvSpPr>
        <p:spPr>
          <a:xfrm>
            <a:off x="3430693" y="5009635"/>
            <a:ext cx="3555356" cy="1075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2BE1B05-C6B3-443E-A80C-A54168FE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0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94" y="0"/>
            <a:ext cx="8665494" cy="1597981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marL="857250" indent="-857250">
              <a:buFont typeface="+mj-lt"/>
              <a:buAutoNum type="arabicPeriod" startAt="2"/>
            </a:pPr>
            <a:r>
              <a:rPr lang="fr-FR" sz="4000" dirty="0"/>
              <a:t>Synthèse avec entrainement </a:t>
            </a:r>
            <a:r>
              <a:rPr lang="fr-FR" sz="4000" dirty="0" err="1"/>
              <a:t>hétéoazéotropique</a:t>
            </a:r>
            <a:endParaRPr lang="fr-FR" sz="4000" dirty="0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5F1F9CD-7DC7-4D04-8258-52C18155AAC9}"/>
              </a:ext>
            </a:extLst>
          </p:cNvPr>
          <p:cNvSpPr txBox="1"/>
          <p:nvPr/>
        </p:nvSpPr>
        <p:spPr>
          <a:xfrm>
            <a:off x="1870047" y="2625923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C12B84-886A-414F-BBB7-0B0659BFC224}"/>
              </a:ext>
            </a:extLst>
          </p:cNvPr>
          <p:cNvSpPr txBox="1"/>
          <p:nvPr/>
        </p:nvSpPr>
        <p:spPr>
          <a:xfrm>
            <a:off x="4309285" y="2669116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827B42E-4C24-450B-BCE6-F8D8F05B7313}"/>
              </a:ext>
            </a:extLst>
          </p:cNvPr>
          <p:cNvSpPr txBox="1"/>
          <p:nvPr/>
        </p:nvSpPr>
        <p:spPr>
          <a:xfrm>
            <a:off x="2601533" y="1465031"/>
            <a:ext cx="6211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par réaction de Fischer</a:t>
            </a:r>
            <a:endParaRPr lang="fr-FR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9DEFD50-833F-4F33-A8A4-B061EBE963A6}"/>
              </a:ext>
            </a:extLst>
          </p:cNvPr>
          <p:cNvSpPr/>
          <p:nvPr/>
        </p:nvSpPr>
        <p:spPr>
          <a:xfrm>
            <a:off x="2968491" y="2517667"/>
            <a:ext cx="924405" cy="3298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23E2F38-24C2-42CB-823A-FEC9E0F79F08}"/>
                  </a:ext>
                </a:extLst>
              </p:cNvPr>
              <p:cNvSpPr txBox="1"/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𝑡ℎ</m:t>
                            </m:r>
                          </m:sub>
                        </m:sSub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= … %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23E2F38-24C2-42CB-823A-FEC9E0F79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blipFill>
                <a:blip r:embed="rId4"/>
                <a:stretch>
                  <a:fillRect b="-157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>
            <a:extLst>
              <a:ext uri="{FF2B5EF4-FFF2-40B4-BE49-F238E27FC236}">
                <a16:creationId xmlns:a16="http://schemas.microsoft.com/office/drawing/2014/main" id="{F814FBEC-81CC-4560-AAAE-E2F7E2C8E063}"/>
              </a:ext>
            </a:extLst>
          </p:cNvPr>
          <p:cNvSpPr txBox="1"/>
          <p:nvPr/>
        </p:nvSpPr>
        <p:spPr>
          <a:xfrm>
            <a:off x="1928367" y="4511456"/>
            <a:ext cx="4990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</a:t>
            </a:r>
            <a:r>
              <a:rPr lang="fr-FR" dirty="0" err="1"/>
              <a:t>m</a:t>
            </a:r>
            <a:r>
              <a:rPr lang="fr-FR" baseline="-25000" dirty="0" err="1"/>
              <a:t>exp</a:t>
            </a:r>
            <a:r>
              <a:rPr lang="fr-FR" dirty="0"/>
              <a:t>, masse expérimentale obtenue de produit d’intérêt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928FD2-AFEC-4849-A0D0-36950D76B33A}"/>
              </a:ext>
            </a:extLst>
          </p:cNvPr>
          <p:cNvSpPr txBox="1"/>
          <p:nvPr/>
        </p:nvSpPr>
        <p:spPr>
          <a:xfrm>
            <a:off x="1928367" y="5285922"/>
            <a:ext cx="4980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m</a:t>
            </a:r>
            <a:r>
              <a:rPr lang="fr-FR" baseline="-25000" dirty="0"/>
              <a:t>th</a:t>
            </a:r>
            <a:r>
              <a:rPr lang="fr-FR" dirty="0"/>
              <a:t>, masse théorique calculée à partir de la quantité de matière de substrat effectivement utilisée</a:t>
            </a:r>
          </a:p>
          <a:p>
            <a:pPr algn="just"/>
            <a:r>
              <a:rPr lang="fr-FR" dirty="0"/>
              <a:t>Valeur proche de 30 g d’après le cahier des charges</a:t>
            </a:r>
          </a:p>
        </p:txBody>
      </p:sp>
      <p:graphicFrame>
        <p:nvGraphicFramePr>
          <p:cNvPr id="29" name="Diagramme 28">
            <a:extLst>
              <a:ext uri="{FF2B5EF4-FFF2-40B4-BE49-F238E27FC236}">
                <a16:creationId xmlns:a16="http://schemas.microsoft.com/office/drawing/2014/main" id="{0B98C816-CD6C-44A5-BBDA-DC4EA35A4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363343"/>
              </p:ext>
            </p:extLst>
          </p:nvPr>
        </p:nvGraphicFramePr>
        <p:xfrm>
          <a:off x="7884575" y="869490"/>
          <a:ext cx="4156458" cy="4883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0" name="Graphique 29" descr="Bécher contour">
            <a:hlinkClick r:id="rId10" action="ppaction://hlinksldjump"/>
            <a:extLst>
              <a:ext uri="{FF2B5EF4-FFF2-40B4-BE49-F238E27FC236}">
                <a16:creationId xmlns:a16="http://schemas.microsoft.com/office/drawing/2014/main" id="{0D82AE43-89E4-41CE-9DD3-3BA45589B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" y="5641522"/>
            <a:ext cx="558800" cy="55880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B9884E5-85DC-4CB6-A378-7CF206D9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5" name="Objet 24">
            <a:extLst>
              <a:ext uri="{FF2B5EF4-FFF2-40B4-BE49-F238E27FC236}">
                <a16:creationId xmlns:a16="http://schemas.microsoft.com/office/drawing/2014/main" id="{EBB39D63-1CD3-47F6-918A-D958D027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405551"/>
              </p:ext>
            </p:extLst>
          </p:nvPr>
        </p:nvGraphicFramePr>
        <p:xfrm>
          <a:off x="393700" y="1982788"/>
          <a:ext cx="627221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272328" imgH="820853" progId="ChemDraw.Document.6.0">
                  <p:embed/>
                </p:oleObj>
              </mc:Choice>
              <mc:Fallback>
                <p:oleObj name="CS ChemDraw Drawing" r:id="rId12" imgW="6272328" imgH="820853" progId="ChemDraw.Document.6.0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B8BBB6E3-C851-4C92-8996-98A1366CE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3700" y="1982788"/>
                        <a:ext cx="6272213" cy="820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254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2887"/>
            <a:ext cx="7903955" cy="1362075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marL="857250" indent="-857250">
              <a:buFont typeface="+mj-lt"/>
              <a:buAutoNum type="arabicPeriod" startAt="3"/>
            </a:pPr>
            <a:r>
              <a:rPr lang="fr-FR" sz="4000" dirty="0"/>
              <a:t>Synthèse à l’aide d’un chlorure d’</a:t>
            </a:r>
            <a:r>
              <a:rPr lang="fr-FR" sz="4000" dirty="0" err="1"/>
              <a:t>alcanoyle</a:t>
            </a:r>
            <a:endParaRPr lang="fr-FR" sz="40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A0EB950-02FD-49E7-910B-F64B2BB08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17" y="1719000"/>
            <a:ext cx="5092014" cy="342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C2511E66-A495-4999-8388-9D9B0592D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89884"/>
              </p:ext>
            </p:extLst>
          </p:nvPr>
        </p:nvGraphicFramePr>
        <p:xfrm>
          <a:off x="201613" y="1708150"/>
          <a:ext cx="64277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427828" imgH="723601" progId="ChemDraw.Document.6.0">
                  <p:embed/>
                </p:oleObj>
              </mc:Choice>
              <mc:Fallback>
                <p:oleObj name="CS ChemDraw Drawing" r:id="rId3" imgW="6427828" imgH="723601" progId="ChemDraw.Document.6.0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D2CF8B20-3F15-40D6-8E23-47F39DB14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613" y="1708150"/>
                        <a:ext cx="6427787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8E1D6177-CEBA-4932-9E90-061AF6CB6AD4}"/>
              </a:ext>
            </a:extLst>
          </p:cNvPr>
          <p:cNvSpPr txBox="1"/>
          <p:nvPr/>
        </p:nvSpPr>
        <p:spPr>
          <a:xfrm>
            <a:off x="9760560" y="637065"/>
            <a:ext cx="179258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Milieu anhydre</a:t>
            </a:r>
          </a:p>
          <a:p>
            <a:endParaRPr lang="fr-FR" sz="1800" b="1" i="1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H</a:t>
            </a:r>
            <a:r>
              <a:rPr lang="fr-FR" sz="4000" b="1" i="1" baseline="-25000" dirty="0">
                <a:solidFill>
                  <a:srgbClr val="00B0F0"/>
                </a:solidFill>
                <a:latin typeface="Times New Roman" panose="02020603050405020304" pitchFamily="18" charset="0"/>
              </a:rPr>
              <a:t>2</a:t>
            </a:r>
            <a:r>
              <a:rPr lang="fr-FR" sz="40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O</a:t>
            </a:r>
          </a:p>
          <a:p>
            <a:pPr algn="ctr"/>
            <a:endParaRPr lang="fr-FR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C9A96ACD-E536-4C6E-93F3-933AB51A8AE0}"/>
              </a:ext>
            </a:extLst>
          </p:cNvPr>
          <p:cNvSpPr/>
          <p:nvPr/>
        </p:nvSpPr>
        <p:spPr>
          <a:xfrm>
            <a:off x="10113426" y="1065325"/>
            <a:ext cx="1086853" cy="992050"/>
          </a:xfrm>
          <a:prstGeom prst="mathMultiply">
            <a:avLst>
              <a:gd name="adj1" fmla="val 5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377B190-3569-4119-9FF5-9B47F57DDDC2}"/>
              </a:ext>
            </a:extLst>
          </p:cNvPr>
          <p:cNvSpPr txBox="1"/>
          <p:nvPr/>
        </p:nvSpPr>
        <p:spPr>
          <a:xfrm>
            <a:off x="1928367" y="243013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FF3545C-D1A3-45ED-A94C-CE53D8CC52A0}"/>
              </a:ext>
            </a:extLst>
          </p:cNvPr>
          <p:cNvSpPr txBox="1"/>
          <p:nvPr/>
        </p:nvSpPr>
        <p:spPr>
          <a:xfrm>
            <a:off x="4173594" y="2432085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3B43F59-9370-4C3D-952A-CA996C1A4E37}"/>
              </a:ext>
            </a:extLst>
          </p:cNvPr>
          <p:cNvSpPr txBox="1"/>
          <p:nvPr/>
        </p:nvSpPr>
        <p:spPr>
          <a:xfrm>
            <a:off x="422604" y="3059668"/>
            <a:ext cx="680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 g  			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fr-FR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2,3 × 10</a:t>
            </a:r>
            <a:r>
              <a:rPr lang="fr-FR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mol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20,3 g &lt;=&gt; 25,6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DDF09A1-91B0-4262-A83B-852254827986}"/>
              </a:ext>
            </a:extLst>
          </p:cNvPr>
          <p:cNvSpPr txBox="1"/>
          <p:nvPr/>
        </p:nvSpPr>
        <p:spPr>
          <a:xfrm>
            <a:off x="400725" y="4314613"/>
            <a:ext cx="680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Transformation chimique quantitative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fr-FR" dirty="0">
              <a:latin typeface="Times New Roman" panose="02020603050405020304" pitchFamily="18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33AC12A-7FBE-4535-9370-E855066CEBF4}"/>
              </a:ext>
            </a:extLst>
          </p:cNvPr>
          <p:cNvSpPr txBox="1"/>
          <p:nvPr/>
        </p:nvSpPr>
        <p:spPr>
          <a:xfrm>
            <a:off x="422603" y="3549912"/>
            <a:ext cx="6801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Chlorure d’éthanoyle en excès (réactif), au moins </a:t>
            </a:r>
            <a:r>
              <a:rPr lang="fr-F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soit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fr-F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2,3 × 10</a:t>
            </a:r>
            <a:r>
              <a:rPr lang="fr-F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 </a:t>
            </a:r>
            <a:r>
              <a:rPr lang="fr-F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d’acide acétique soit au moins 16,5 </a:t>
            </a:r>
            <a:r>
              <a:rPr lang="fr-FR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1969C1D-6FCC-48C7-B203-E811366395E5}"/>
              </a:ext>
            </a:extLst>
          </p:cNvPr>
          <p:cNvCxnSpPr/>
          <p:nvPr/>
        </p:nvCxnSpPr>
        <p:spPr>
          <a:xfrm>
            <a:off x="1779448" y="3290047"/>
            <a:ext cx="82802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E5590C8E-2597-4C19-825D-C6252E4FFA6A}"/>
              </a:ext>
            </a:extLst>
          </p:cNvPr>
          <p:cNvSpPr/>
          <p:nvPr/>
        </p:nvSpPr>
        <p:spPr>
          <a:xfrm>
            <a:off x="56969" y="1517787"/>
            <a:ext cx="1092562" cy="11739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6356E9F-2122-497A-9D01-6E3D8041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978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2887"/>
            <a:ext cx="7903955" cy="1362075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 marL="857250" indent="-857250">
              <a:buFont typeface="+mj-lt"/>
              <a:buAutoNum type="arabicPeriod" startAt="3"/>
            </a:pPr>
            <a:r>
              <a:rPr lang="fr-FR" sz="4000" dirty="0"/>
              <a:t>Synthèse à l’aide d’un chlorure d’</a:t>
            </a:r>
            <a:r>
              <a:rPr lang="fr-FR" sz="4000" dirty="0" err="1"/>
              <a:t>alcanoyle</a:t>
            </a:r>
            <a:endParaRPr lang="fr-FR" sz="40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377B190-3569-4119-9FF5-9B47F57DDDC2}"/>
              </a:ext>
            </a:extLst>
          </p:cNvPr>
          <p:cNvSpPr txBox="1"/>
          <p:nvPr/>
        </p:nvSpPr>
        <p:spPr>
          <a:xfrm>
            <a:off x="1928367" y="2430134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Substrat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FF3545C-D1A3-45ED-A94C-CE53D8CC52A0}"/>
              </a:ext>
            </a:extLst>
          </p:cNvPr>
          <p:cNvSpPr txBox="1"/>
          <p:nvPr/>
        </p:nvSpPr>
        <p:spPr>
          <a:xfrm>
            <a:off x="4173594" y="2432085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Produit d’intérêt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5590C8E-2597-4C19-825D-C6252E4FFA6A}"/>
              </a:ext>
            </a:extLst>
          </p:cNvPr>
          <p:cNvSpPr/>
          <p:nvPr/>
        </p:nvSpPr>
        <p:spPr>
          <a:xfrm>
            <a:off x="69138" y="1557771"/>
            <a:ext cx="995852" cy="11739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A796A1C-8CF8-424E-B8B8-63DD651B1D86}"/>
                  </a:ext>
                </a:extLst>
              </p:cNvPr>
              <p:cNvSpPr txBox="1"/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𝑡ℎ</m:t>
                            </m:r>
                          </m:sub>
                        </m:sSub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= … %</a:t>
                </a:r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3A796A1C-8CF8-424E-B8B8-63DD651B1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9" y="3212764"/>
                <a:ext cx="3998781" cy="656398"/>
              </a:xfrm>
              <a:prstGeom prst="rect">
                <a:avLst/>
              </a:prstGeom>
              <a:blipFill>
                <a:blip r:embed="rId4"/>
                <a:stretch>
                  <a:fillRect b="-157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>
            <a:extLst>
              <a:ext uri="{FF2B5EF4-FFF2-40B4-BE49-F238E27FC236}">
                <a16:creationId xmlns:a16="http://schemas.microsoft.com/office/drawing/2014/main" id="{50D530C1-B579-4CDE-A28F-A58ADE2C9C1A}"/>
              </a:ext>
            </a:extLst>
          </p:cNvPr>
          <p:cNvSpPr txBox="1"/>
          <p:nvPr/>
        </p:nvSpPr>
        <p:spPr>
          <a:xfrm>
            <a:off x="1928367" y="4511456"/>
            <a:ext cx="4990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</a:t>
            </a:r>
            <a:r>
              <a:rPr lang="fr-FR" dirty="0" err="1"/>
              <a:t>m</a:t>
            </a:r>
            <a:r>
              <a:rPr lang="fr-FR" baseline="-25000" dirty="0" err="1"/>
              <a:t>exp</a:t>
            </a:r>
            <a:r>
              <a:rPr lang="fr-FR" dirty="0"/>
              <a:t>, masse expérimentale obtenue de produit d’intérêt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68989F6-AFE9-4BCB-88DB-18696EBE50BC}"/>
              </a:ext>
            </a:extLst>
          </p:cNvPr>
          <p:cNvSpPr txBox="1"/>
          <p:nvPr/>
        </p:nvSpPr>
        <p:spPr>
          <a:xfrm>
            <a:off x="1928367" y="5285922"/>
            <a:ext cx="4980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m</a:t>
            </a:r>
            <a:r>
              <a:rPr lang="fr-FR" baseline="-25000" dirty="0"/>
              <a:t>th</a:t>
            </a:r>
            <a:r>
              <a:rPr lang="fr-FR" dirty="0"/>
              <a:t>, masse théorique calculée à partir de la quantité de matière de substrat effectivement utilisée</a:t>
            </a:r>
          </a:p>
          <a:p>
            <a:pPr algn="just"/>
            <a:r>
              <a:rPr lang="fr-FR" dirty="0"/>
              <a:t>Valeur proche de 30 g d’après le cahier des charges</a:t>
            </a:r>
          </a:p>
        </p:txBody>
      </p:sp>
      <p:pic>
        <p:nvPicPr>
          <p:cNvPr id="22" name="Graphique 21" descr="Bécher contour">
            <a:hlinkClick r:id="rId5" action="ppaction://hlinksldjump"/>
            <a:extLst>
              <a:ext uri="{FF2B5EF4-FFF2-40B4-BE49-F238E27FC236}">
                <a16:creationId xmlns:a16="http://schemas.microsoft.com/office/drawing/2014/main" id="{7287A832-8A68-4658-B6FF-5CA30FF46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" y="5641522"/>
            <a:ext cx="558800" cy="558800"/>
          </a:xfrm>
          <a:prstGeom prst="rect">
            <a:avLst/>
          </a:prstGeom>
        </p:spPr>
      </p:pic>
      <p:graphicFrame>
        <p:nvGraphicFramePr>
          <p:cNvPr id="25" name="Diagramme 24">
            <a:extLst>
              <a:ext uri="{FF2B5EF4-FFF2-40B4-BE49-F238E27FC236}">
                <a16:creationId xmlns:a16="http://schemas.microsoft.com/office/drawing/2014/main" id="{7B75A9CD-ACE4-43FE-AA3F-CD47500CCC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409395"/>
              </p:ext>
            </p:extLst>
          </p:nvPr>
        </p:nvGraphicFramePr>
        <p:xfrm>
          <a:off x="8130465" y="818690"/>
          <a:ext cx="3693235" cy="4870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2E57693-5CE0-4CE8-962A-477D65AC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FE9A97AA-BD53-4503-BD10-FA1F75CC6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863943"/>
              </p:ext>
            </p:extLst>
          </p:nvPr>
        </p:nvGraphicFramePr>
        <p:xfrm>
          <a:off x="201613" y="1708150"/>
          <a:ext cx="64277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2" imgW="6427828" imgH="723601" progId="ChemDraw.Document.6.0">
                  <p:embed/>
                </p:oleObj>
              </mc:Choice>
              <mc:Fallback>
                <p:oleObj name="CS ChemDraw Drawing" r:id="rId12" imgW="6427828" imgH="723601" progId="ChemDraw.Document.6.0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C2511E66-A495-4999-8388-9D9B0592D6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1613" y="1708150"/>
                        <a:ext cx="6427787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60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0C0693C-272B-44C7-9073-DEADA65D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316071" cy="1254064"/>
          </a:xfrm>
        </p:spPr>
        <p:txBody>
          <a:bodyPr anchor="b">
            <a:normAutofit fontScale="90000"/>
          </a:bodyPr>
          <a:lstStyle/>
          <a:p>
            <a:pPr marL="914400" indent="-914400">
              <a:lnSpc>
                <a:spcPct val="110000"/>
              </a:lnSpc>
              <a:buFont typeface="+mj-lt"/>
              <a:buAutoNum type="arabicPeriod"/>
            </a:pPr>
            <a:r>
              <a:rPr lang="fr-FR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Contrôle de la pureté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Diagramme 1">
                <a:extLst>
                  <a:ext uri="{FF2B5EF4-FFF2-40B4-BE49-F238E27FC236}">
                    <a16:creationId xmlns:a16="http://schemas.microsoft.com/office/drawing/2014/main" id="{58AABFB2-5DEB-42AC-A194-2020317CE19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13765828"/>
                  </p:ext>
                </p:extLst>
              </p:nvPr>
            </p:nvGraphicFramePr>
            <p:xfrm>
              <a:off x="1079500" y="1384300"/>
              <a:ext cx="7226300" cy="47667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2" name="Diagramme 1">
                <a:extLst>
                  <a:ext uri="{FF2B5EF4-FFF2-40B4-BE49-F238E27FC236}">
                    <a16:creationId xmlns:a16="http://schemas.microsoft.com/office/drawing/2014/main" id="{58AABFB2-5DEB-42AC-A194-2020317CE19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13765828"/>
                  </p:ext>
                </p:extLst>
              </p:nvPr>
            </p:nvGraphicFramePr>
            <p:xfrm>
              <a:off x="1079500" y="1384300"/>
              <a:ext cx="7226300" cy="47667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9" name="Graphique 8" descr="Bécher contour">
            <a:hlinkClick r:id="rId11" action="ppaction://hlinksldjump"/>
            <a:extLst>
              <a:ext uri="{FF2B5EF4-FFF2-40B4-BE49-F238E27FC236}">
                <a16:creationId xmlns:a16="http://schemas.microsoft.com/office/drawing/2014/main" id="{9F1EB27A-A75E-4A7F-83B9-1C3ABD705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300" y="5641522"/>
            <a:ext cx="558800" cy="558800"/>
          </a:xfrm>
          <a:prstGeom prst="rect">
            <a:avLst/>
          </a:prstGeom>
        </p:spPr>
      </p:pic>
      <p:sp>
        <p:nvSpPr>
          <p:cNvPr id="10" name="ZoneTexte 9">
            <a:hlinkClick r:id="rId13" action="ppaction://hlinksldjump"/>
            <a:extLst>
              <a:ext uri="{FF2B5EF4-FFF2-40B4-BE49-F238E27FC236}">
                <a16:creationId xmlns:a16="http://schemas.microsoft.com/office/drawing/2014/main" id="{183076A1-14BA-4A69-832B-DD1E1B394674}"/>
              </a:ext>
            </a:extLst>
          </p:cNvPr>
          <p:cNvSpPr txBox="1"/>
          <p:nvPr/>
        </p:nvSpPr>
        <p:spPr>
          <a:xfrm>
            <a:off x="7907275" y="3244334"/>
            <a:ext cx="7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clic</a:t>
            </a:r>
          </a:p>
        </p:txBody>
      </p:sp>
      <p:sp>
        <p:nvSpPr>
          <p:cNvPr id="11" name="ZoneTexte 10">
            <a:hlinkClick r:id="rId14" action="ppaction://hlinksldjump"/>
            <a:extLst>
              <a:ext uri="{FF2B5EF4-FFF2-40B4-BE49-F238E27FC236}">
                <a16:creationId xmlns:a16="http://schemas.microsoft.com/office/drawing/2014/main" id="{604F0DF3-8014-4B62-B7D2-B0091434BA4A}"/>
              </a:ext>
            </a:extLst>
          </p:cNvPr>
          <p:cNvSpPr txBox="1"/>
          <p:nvPr/>
        </p:nvSpPr>
        <p:spPr>
          <a:xfrm>
            <a:off x="5247586" y="4206359"/>
            <a:ext cx="73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clic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D7CC31-F43D-40E9-9B73-F7C58F10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30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422" y="1"/>
            <a:ext cx="7516864" cy="635726"/>
          </a:xfrm>
        </p:spPr>
        <p:txBody>
          <a:bodyPr anchor="b">
            <a:normAutofit fontScale="90000"/>
          </a:bodyPr>
          <a:lstStyle/>
          <a:p>
            <a:pPr marL="914400" indent="-914400">
              <a:buFont typeface="+mj-lt"/>
              <a:buAutoNum type="arabicPeriod" startAt="2"/>
            </a:pPr>
            <a:r>
              <a:rPr lang="fr-FR" sz="3200" dirty="0"/>
              <a:t>Détermination du rendement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3DFBFB9-0650-4E81-8FAA-585C92147A70}"/>
                  </a:ext>
                </a:extLst>
              </p:cNvPr>
              <p:cNvSpPr txBox="1"/>
              <p:nvPr/>
            </p:nvSpPr>
            <p:spPr>
              <a:xfrm>
                <a:off x="7287416" y="635727"/>
                <a:ext cx="2871787" cy="8217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3DFBFB9-0650-4E81-8FAA-585C92147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416" y="635727"/>
                <a:ext cx="2871787" cy="8217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01E4E6CD-E642-45E5-9650-C1C8577A6637}"/>
              </a:ext>
            </a:extLst>
          </p:cNvPr>
          <p:cNvSpPr txBox="1"/>
          <p:nvPr/>
        </p:nvSpPr>
        <p:spPr>
          <a:xfrm>
            <a:off x="6577341" y="1771510"/>
            <a:ext cx="4990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</a:t>
            </a:r>
            <a:r>
              <a:rPr lang="fr-FR" dirty="0" err="1"/>
              <a:t>m</a:t>
            </a:r>
            <a:r>
              <a:rPr lang="fr-FR" baseline="-25000" dirty="0" err="1"/>
              <a:t>exp</a:t>
            </a:r>
            <a:r>
              <a:rPr lang="fr-FR" dirty="0"/>
              <a:t>, masse expérimentale obtenue de produit d’intérêt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5D3636F-719C-4E03-93CB-153CCCDAE4A8}"/>
              </a:ext>
            </a:extLst>
          </p:cNvPr>
          <p:cNvSpPr txBox="1"/>
          <p:nvPr/>
        </p:nvSpPr>
        <p:spPr>
          <a:xfrm>
            <a:off x="6412871" y="4763323"/>
            <a:ext cx="4980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Avec m</a:t>
            </a:r>
            <a:r>
              <a:rPr lang="fr-FR" baseline="-25000" dirty="0"/>
              <a:t>th</a:t>
            </a:r>
            <a:r>
              <a:rPr lang="fr-FR" dirty="0"/>
              <a:t>, masse théorique calculée à partir de la quantité de matière de substrat effectivement utilisée</a:t>
            </a:r>
          </a:p>
          <a:p>
            <a:pPr algn="just"/>
            <a:r>
              <a:rPr lang="fr-FR" dirty="0"/>
              <a:t>Valeur proche de 30 g d’après le cahier des charges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13AFD8D2-4EA2-4E88-A5CD-C25FB23D47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957309"/>
              </p:ext>
            </p:extLst>
          </p:nvPr>
        </p:nvGraphicFramePr>
        <p:xfrm>
          <a:off x="220797" y="1288520"/>
          <a:ext cx="4423625" cy="4280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6A10A6E4-A859-4063-988E-9907DDC0D5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845672"/>
              </p:ext>
            </p:extLst>
          </p:nvPr>
        </p:nvGraphicFramePr>
        <p:xfrm>
          <a:off x="6036290" y="2744189"/>
          <a:ext cx="5930150" cy="136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1252DA-8010-4228-B80B-E919FAAD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50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422" y="1"/>
            <a:ext cx="7516864" cy="635726"/>
          </a:xfrm>
        </p:spPr>
        <p:txBody>
          <a:bodyPr anchor="b">
            <a:normAutofit fontScale="90000"/>
          </a:bodyPr>
          <a:lstStyle/>
          <a:p>
            <a:pPr marL="914400" indent="-914400">
              <a:buFont typeface="+mj-lt"/>
              <a:buAutoNum type="arabicPeriod" startAt="2"/>
            </a:pPr>
            <a:r>
              <a:rPr lang="fr-FR" sz="3200" dirty="0"/>
              <a:t>Détermination du rendement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F6E373-4940-4FE7-8B44-C2A519D46950}"/>
              </a:ext>
            </a:extLst>
          </p:cNvPr>
          <p:cNvSpPr txBox="1"/>
          <p:nvPr/>
        </p:nvSpPr>
        <p:spPr>
          <a:xfrm>
            <a:off x="5571260" y="539933"/>
            <a:ext cx="6009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Avancement de la réaction avec le chlorure d’éthyle</a:t>
            </a:r>
          </a:p>
          <a:p>
            <a:pPr marL="342900" indent="-342900">
              <a:buFont typeface="+mj-lt"/>
              <a:buAutoNum type="alphaLcParenR"/>
            </a:pPr>
            <a:r>
              <a:rPr lang="fr-FR" dirty="0"/>
              <a:t>Étalonnage du nitrate d’argent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3CDB5A-465C-4358-AEBD-6E3282BEBFDE}"/>
                  </a:ext>
                </a:extLst>
              </p:cNvPr>
              <p:cNvSpPr txBox="1"/>
              <p:nvPr/>
            </p:nvSpPr>
            <p:spPr>
              <a:xfrm>
                <a:off x="7538365" y="1380308"/>
                <a:ext cx="19432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𝐴𝑔𝐶𝑙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3CDB5A-465C-4358-AEBD-6E3282BE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365" y="1380308"/>
                <a:ext cx="1943224" cy="276999"/>
              </a:xfrm>
              <a:prstGeom prst="rect">
                <a:avLst/>
              </a:prstGeom>
              <a:blipFill>
                <a:blip r:embed="rId2"/>
                <a:stretch>
                  <a:fillRect l="-1887" t="-6522" r="-3459" b="-282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119EC890-4606-41AF-A527-F435570CC624}"/>
              </a:ext>
            </a:extLst>
          </p:cNvPr>
          <p:cNvSpPr txBox="1"/>
          <p:nvPr/>
        </p:nvSpPr>
        <p:spPr>
          <a:xfrm>
            <a:off x="6254956" y="1682716"/>
            <a:ext cx="5049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Indicateur coloré : 2,7-dichlorofluorescéine</a:t>
            </a:r>
          </a:p>
          <a:p>
            <a:pPr algn="ctr"/>
            <a:r>
              <a:rPr lang="fr-FR" dirty="0"/>
              <a:t>Rose à l’équivalence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E95B3473-FFD3-46FF-BC4E-CD2D7E2C8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605235"/>
              </p:ext>
            </p:extLst>
          </p:nvPr>
        </p:nvGraphicFramePr>
        <p:xfrm>
          <a:off x="5021917" y="5293364"/>
          <a:ext cx="697250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983">
                  <a:extLst>
                    <a:ext uri="{9D8B030D-6E8A-4147-A177-3AD203B41FA5}">
                      <a16:colId xmlns:a16="http://schemas.microsoft.com/office/drawing/2014/main" val="3799079843"/>
                    </a:ext>
                  </a:extLst>
                </a:gridCol>
                <a:gridCol w="1907177">
                  <a:extLst>
                    <a:ext uri="{9D8B030D-6E8A-4147-A177-3AD203B41FA5}">
                      <a16:colId xmlns:a16="http://schemas.microsoft.com/office/drawing/2014/main" val="666740753"/>
                    </a:ext>
                  </a:extLst>
                </a:gridCol>
                <a:gridCol w="2425216">
                  <a:extLst>
                    <a:ext uri="{9D8B030D-6E8A-4147-A177-3AD203B41FA5}">
                      <a16:colId xmlns:a16="http://schemas.microsoft.com/office/drawing/2014/main" val="1470019537"/>
                    </a:ext>
                  </a:extLst>
                </a:gridCol>
                <a:gridCol w="1743126">
                  <a:extLst>
                    <a:ext uri="{9D8B030D-6E8A-4147-A177-3AD203B41FA5}">
                      <a16:colId xmlns:a16="http://schemas.microsoft.com/office/drawing/2014/main" val="330013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Essai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Masse « pesée 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Volume équivalent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3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0,04356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14,95 </a:t>
                      </a:r>
                      <a:r>
                        <a:rPr lang="fr-FR" sz="1600" dirty="0" err="1"/>
                        <a:t>mL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0,05003 mol/L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0,04356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14,90 </a:t>
                      </a:r>
                      <a:r>
                        <a:rPr lang="fr-FR" sz="1600" dirty="0" err="1"/>
                        <a:t>mL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0,04986 mol/L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208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59B86DE-088B-4647-B1E7-06330CEFF51C}"/>
                  </a:ext>
                </a:extLst>
              </p:cNvPr>
              <p:cNvSpPr txBox="1"/>
              <p:nvPr/>
            </p:nvSpPr>
            <p:spPr>
              <a:xfrm>
                <a:off x="278846" y="2100266"/>
                <a:ext cx="4425186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𝐴𝑔𝑁</m:t>
                      </m:r>
                      <m:sSub>
                        <m:sSub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𝑡𝑎𝑙𝑜𝑛</m:t>
                      </m:r>
                    </m:oMath>
                  </m:oMathPara>
                </a14:m>
                <a:endParaRPr lang="fr-FR" sz="28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2800" dirty="0"/>
                  <a:t>Concordance : </a:t>
                </a:r>
              </a:p>
              <a:p>
                <a:pPr algn="ctr"/>
                <a:r>
                  <a:rPr lang="fr-FR" sz="2800" dirty="0"/>
                  <a:t>0,3 %</a:t>
                </a:r>
              </a:p>
              <a:p>
                <a:pPr algn="ctr"/>
                <a:r>
                  <a:rPr lang="fr-FR" sz="2800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0,04994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±0,0050 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59B86DE-088B-4647-B1E7-06330CEFF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46" y="2100266"/>
                <a:ext cx="4425186" cy="2246769"/>
              </a:xfrm>
              <a:prstGeom prst="rect">
                <a:avLst/>
              </a:prstGeom>
              <a:blipFill>
                <a:blip r:embed="rId3"/>
                <a:stretch>
                  <a:fillRect l="-1791" r="-16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D7168EB4-F2CA-47A6-894F-5F5BBF9010FC}"/>
                  </a:ext>
                </a:extLst>
              </p:cNvPr>
              <p:cNvSpPr txBox="1"/>
              <p:nvPr/>
            </p:nvSpPr>
            <p:spPr>
              <a:xfrm>
                <a:off x="9481501" y="2997360"/>
                <a:ext cx="24482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=58,44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D7168EB4-F2CA-47A6-894F-5F5BBF90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1501" y="2997360"/>
                <a:ext cx="2448234" cy="276999"/>
              </a:xfrm>
              <a:prstGeom prst="rect">
                <a:avLst/>
              </a:prstGeom>
              <a:blipFill>
                <a:blip r:embed="rId4"/>
                <a:stretch>
                  <a:fillRect l="-1244" t="-8889" b="-2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5E2828F-BF7A-4B51-9D60-FEEDD632A24E}"/>
                  </a:ext>
                </a:extLst>
              </p:cNvPr>
              <p:cNvSpPr txBox="1"/>
              <p:nvPr/>
            </p:nvSpPr>
            <p:spPr>
              <a:xfrm>
                <a:off x="5767896" y="2329047"/>
                <a:ext cx="4380411" cy="1073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𝒒𝒖𝒊𝒗𝒂𝒍𝒆𝒏𝒄𝒆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FR" b="0" dirty="0"/>
              </a:p>
              <a:p>
                <a:pPr/>
                <a:br>
                  <a:rPr lang="fr-FR" b="0" dirty="0"/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𝑁𝑎𝐶𝑙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𝑁𝑎𝐶𝑙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5E2828F-BF7A-4B51-9D60-FEEDD632A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896" y="2329047"/>
                <a:ext cx="4380411" cy="1073692"/>
              </a:xfrm>
              <a:prstGeom prst="rect">
                <a:avLst/>
              </a:prstGeom>
              <a:blipFill>
                <a:blip r:embed="rId5"/>
                <a:stretch>
                  <a:fillRect l="-1808" t="-2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3C9589-3941-4E30-B49F-5210274E8A7F}"/>
                  </a:ext>
                </a:extLst>
              </p:cNvPr>
              <p:cNvSpPr/>
              <p:nvPr/>
            </p:nvSpPr>
            <p:spPr>
              <a:xfrm>
                <a:off x="5912313" y="3683697"/>
                <a:ext cx="628012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=0,05∗84,44∗0,015=0,043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fr-FR" b="0" dirty="0"/>
              </a:p>
              <a:p>
                <a:r>
                  <a:rPr lang="fr-FR" dirty="0"/>
                  <a:t>On pèsera 0,43 g que l’on placera dans une fiole de 100 </a:t>
                </a:r>
                <a:r>
                  <a:rPr lang="fr-FR" dirty="0" err="1"/>
                  <a:t>mL</a:t>
                </a:r>
                <a:r>
                  <a:rPr lang="fr-FR" dirty="0"/>
                  <a:t>. Le volume titré sera de 10 </a:t>
                </a:r>
                <a:r>
                  <a:rPr lang="fr-FR" dirty="0" err="1"/>
                  <a:t>mL</a:t>
                </a:r>
                <a:r>
                  <a:rPr lang="fr-FR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𝑁𝑎𝐶𝑙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0,4356 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3C9589-3941-4E30-B49F-5210274E8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313" y="3683697"/>
                <a:ext cx="6280123" cy="1200329"/>
              </a:xfrm>
              <a:prstGeom prst="rect">
                <a:avLst/>
              </a:prstGeom>
              <a:blipFill>
                <a:blip r:embed="rId6"/>
                <a:stretch>
                  <a:fillRect l="-874" b="-5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CCC0FE-D4CD-404E-849A-F8559628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4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422" y="1"/>
            <a:ext cx="7516864" cy="635726"/>
          </a:xfrm>
        </p:spPr>
        <p:txBody>
          <a:bodyPr anchor="b">
            <a:normAutofit fontScale="90000"/>
          </a:bodyPr>
          <a:lstStyle/>
          <a:p>
            <a:pPr marL="914400" indent="-914400">
              <a:buFont typeface="+mj-lt"/>
              <a:buAutoNum type="arabicPeriod" startAt="2"/>
            </a:pPr>
            <a:r>
              <a:rPr lang="fr-FR" sz="3200" dirty="0"/>
              <a:t>Détermination du rendement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F6E373-4940-4FE7-8B44-C2A519D46950}"/>
              </a:ext>
            </a:extLst>
          </p:cNvPr>
          <p:cNvSpPr txBox="1"/>
          <p:nvPr/>
        </p:nvSpPr>
        <p:spPr>
          <a:xfrm>
            <a:off x="5411897" y="526241"/>
            <a:ext cx="6721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Avancement de la réaction avec le chlorure d’éthyle</a:t>
            </a:r>
          </a:p>
          <a:p>
            <a:pPr marL="342900" indent="-342900">
              <a:buFont typeface="+mj-lt"/>
              <a:buAutoNum type="alphaLcParenR" startAt="2"/>
            </a:pPr>
            <a:r>
              <a:rPr lang="fr-FR" dirty="0"/>
              <a:t>Titrage des ions chlorure formé au cours de la réaction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3CDB5A-465C-4358-AEBD-6E3282BEBFDE}"/>
                  </a:ext>
                </a:extLst>
              </p:cNvPr>
              <p:cNvSpPr txBox="1"/>
              <p:nvPr/>
            </p:nvSpPr>
            <p:spPr>
              <a:xfrm>
                <a:off x="8171320" y="3934484"/>
                <a:ext cx="19432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𝐴𝑔𝐶𝑙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83CDB5A-465C-4358-AEBD-6E3282BE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320" y="3934484"/>
                <a:ext cx="1943224" cy="276999"/>
              </a:xfrm>
              <a:prstGeom prst="rect">
                <a:avLst/>
              </a:prstGeom>
              <a:blipFill>
                <a:blip r:embed="rId2"/>
                <a:stretch>
                  <a:fillRect l="-1567" t="-6522" r="-3135" b="-282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59B86DE-088B-4647-B1E7-06330CEFF51C}"/>
                  </a:ext>
                </a:extLst>
              </p:cNvPr>
              <p:cNvSpPr txBox="1"/>
              <p:nvPr/>
            </p:nvSpPr>
            <p:spPr>
              <a:xfrm>
                <a:off x="254471" y="3035791"/>
                <a:ext cx="4595682" cy="2698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𝐴𝑣𝑎𝑛𝑐𝑒𝑚𝑒𝑛𝑡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𝑎𝑐𝑡𝑖𝑜𝑛</m:t>
                      </m:r>
                    </m:oMath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𝑎𝑝𝑟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è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10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sz="2800" b="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10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0,02613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0,028</m:t>
                          </m:r>
                        </m:den>
                      </m:f>
                    </m:oMath>
                  </m:oMathPara>
                </a14:m>
                <a:endParaRPr lang="fr-FR" sz="2800" b="0" dirty="0">
                  <a:ea typeface="Cambria Math" panose="02040503050406030204" pitchFamily="18" charset="0"/>
                </a:endParaRPr>
              </a:p>
              <a:p>
                <a:pPr algn="ctr"/>
                <a:endParaRPr lang="fr-FR" sz="28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=94,8</m:t>
                      </m:r>
                      <m:r>
                        <a:rPr lang="fr-FR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</m:t>
                      </m:r>
                    </m:oMath>
                  </m:oMathPara>
                </a14:m>
                <a:endParaRPr lang="fr-FR" sz="28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759B86DE-088B-4647-B1E7-06330CEFF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71" y="3035791"/>
                <a:ext cx="4595682" cy="2698111"/>
              </a:xfrm>
              <a:prstGeom prst="rect">
                <a:avLst/>
              </a:prstGeom>
              <a:blipFill>
                <a:blip r:embed="rId3"/>
                <a:stretch>
                  <a:fillRect b="-15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5E2828F-BF7A-4B51-9D60-FEEDD632A24E}"/>
                  </a:ext>
                </a:extLst>
              </p:cNvPr>
              <p:cNvSpPr txBox="1"/>
              <p:nvPr/>
            </p:nvSpPr>
            <p:spPr>
              <a:xfrm>
                <a:off x="5568329" y="4256098"/>
                <a:ext cx="4380411" cy="575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𝒒𝒖𝒊𝒗𝒂𝒍𝒆𝒏𝒄𝒆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𝑡𝑖𝑡𝑟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C5E2828F-BF7A-4B51-9D60-FEEDD632A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329" y="4256098"/>
                <a:ext cx="4380411" cy="575414"/>
              </a:xfrm>
              <a:prstGeom prst="rect">
                <a:avLst/>
              </a:prstGeom>
              <a:blipFill>
                <a:blip r:embed="rId4"/>
                <a:stretch>
                  <a:fillRect l="-1808" t="-4211" b="-115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DE89DF83-3FA8-47FF-BCD9-4C4A9C6AA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341" y="1153472"/>
            <a:ext cx="4878098" cy="63572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4D325C9-5A70-4F85-9DCE-BF2BD5922A4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r="-14273" b="-28381"/>
          <a:stretch/>
        </p:blipFill>
        <p:spPr>
          <a:xfrm>
            <a:off x="114336" y="112798"/>
            <a:ext cx="4711892" cy="3352800"/>
          </a:xfrm>
          <a:prstGeom prst="flowChartDelay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FB22519-40ED-40EA-9AC5-C2017BFBE8B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5"/>
          <a:stretch/>
        </p:blipFill>
        <p:spPr>
          <a:xfrm>
            <a:off x="9437318" y="4384847"/>
            <a:ext cx="2683643" cy="24043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BDB147-A5C9-4DAF-80DF-B885403E7B16}"/>
                  </a:ext>
                </a:extLst>
              </p:cNvPr>
              <p:cNvSpPr/>
              <p:nvPr/>
            </p:nvSpPr>
            <p:spPr>
              <a:xfrm>
                <a:off x="5685699" y="5011823"/>
                <a:ext cx="3921138" cy="15318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=15,57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𝑚𝐿</m:t>
                      </m:r>
                    </m:oMath>
                    <m:oMath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0,04994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±0,0050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Donc 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𝑡𝑖𝑡𝑟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=7,841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,10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=0,02613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BDB147-A5C9-4DAF-80DF-B885403E7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99" y="5011823"/>
                <a:ext cx="3921138" cy="1531830"/>
              </a:xfrm>
              <a:prstGeom prst="rect">
                <a:avLst/>
              </a:prstGeom>
              <a:blipFill>
                <a:blip r:embed="rId8"/>
                <a:stretch>
                  <a:fillRect l="-1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au 22">
            <a:extLst>
              <a:ext uri="{FF2B5EF4-FFF2-40B4-BE49-F238E27FC236}">
                <a16:creationId xmlns:a16="http://schemas.microsoft.com/office/drawing/2014/main" id="{2D402CB2-945D-46F8-ADBF-29EF08462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934315"/>
              </p:ext>
            </p:extLst>
          </p:nvPr>
        </p:nvGraphicFramePr>
        <p:xfrm>
          <a:off x="5663439" y="1767397"/>
          <a:ext cx="647631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333">
                  <a:extLst>
                    <a:ext uri="{9D8B030D-6E8A-4147-A177-3AD203B41FA5}">
                      <a16:colId xmlns:a16="http://schemas.microsoft.com/office/drawing/2014/main" val="3804210808"/>
                    </a:ext>
                  </a:extLst>
                </a:gridCol>
                <a:gridCol w="1430371">
                  <a:extLst>
                    <a:ext uri="{9D8B030D-6E8A-4147-A177-3AD203B41FA5}">
                      <a16:colId xmlns:a16="http://schemas.microsoft.com/office/drawing/2014/main" val="883688008"/>
                    </a:ext>
                  </a:extLst>
                </a:gridCol>
                <a:gridCol w="1397240">
                  <a:extLst>
                    <a:ext uri="{9D8B030D-6E8A-4147-A177-3AD203B41FA5}">
                      <a16:colId xmlns:a16="http://schemas.microsoft.com/office/drawing/2014/main" val="662557604"/>
                    </a:ext>
                  </a:extLst>
                </a:gridCol>
                <a:gridCol w="1332411">
                  <a:extLst>
                    <a:ext uri="{9D8B030D-6E8A-4147-A177-3AD203B41FA5}">
                      <a16:colId xmlns:a16="http://schemas.microsoft.com/office/drawing/2014/main" val="3158321408"/>
                    </a:ext>
                  </a:extLst>
                </a:gridCol>
                <a:gridCol w="1375955">
                  <a:extLst>
                    <a:ext uri="{9D8B030D-6E8A-4147-A177-3AD203B41FA5}">
                      <a16:colId xmlns:a16="http://schemas.microsoft.com/office/drawing/2014/main" val="1743647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0,028 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0,028 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 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 mol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2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0,028 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0,028 mol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1671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DEACE527-2B3E-4A45-82E1-B8982250654E}"/>
                  </a:ext>
                </a:extLst>
              </p:cNvPr>
              <p:cNvSpPr txBox="1"/>
              <p:nvPr/>
            </p:nvSpPr>
            <p:spPr>
              <a:xfrm>
                <a:off x="5765074" y="2717074"/>
                <a:ext cx="6229345" cy="1172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On titre ensuite 15 </a:t>
                </a:r>
                <a:r>
                  <a:rPr lang="fr-FR" dirty="0" err="1"/>
                  <a:t>mL</a:t>
                </a:r>
                <a:r>
                  <a:rPr lang="fr-FR" dirty="0"/>
                  <a:t> de la fiole de 500 </a:t>
                </a:r>
                <a:r>
                  <a:rPr lang="fr-FR" dirty="0" err="1"/>
                  <a:t>mL</a:t>
                </a:r>
                <a:r>
                  <a:rPr lang="fr-FR" dirty="0"/>
                  <a:t> ayant servie à recueillir l’acide chlorhydrique.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10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𝑡𝑖𝑡𝑟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DEACE527-2B3E-4A45-82E1-B89822506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074" y="2717074"/>
                <a:ext cx="6229345" cy="1172372"/>
              </a:xfrm>
              <a:prstGeom prst="rect">
                <a:avLst/>
              </a:prstGeom>
              <a:blipFill>
                <a:blip r:embed="rId9"/>
                <a:stretch>
                  <a:fillRect l="-881" t="-26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2807A6-4CDB-42F6-8953-E4AF278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80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588" y="0"/>
            <a:ext cx="7458821" cy="743857"/>
          </a:xfrm>
        </p:spPr>
        <p:txBody>
          <a:bodyPr anchor="b">
            <a:no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fr-FR" sz="3200" dirty="0"/>
              <a:t>Analyse de l’acide acétique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B365868-039E-4789-8009-9F2101FA69F4}"/>
              </a:ext>
            </a:extLst>
          </p:cNvPr>
          <p:cNvSpPr txBox="1"/>
          <p:nvPr/>
        </p:nvSpPr>
        <p:spPr>
          <a:xfrm>
            <a:off x="8492998" y="743857"/>
            <a:ext cx="3684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Etalonnage de la soude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62CFB9C-EDBC-4332-B482-4ECD386FE864}"/>
              </a:ext>
            </a:extLst>
          </p:cNvPr>
          <p:cNvGrpSpPr/>
          <p:nvPr/>
        </p:nvGrpSpPr>
        <p:grpSpPr>
          <a:xfrm>
            <a:off x="5799233" y="1381837"/>
            <a:ext cx="4629150" cy="1800225"/>
            <a:chOff x="5305425" y="1529153"/>
            <a:chExt cx="4629150" cy="1800225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BB3E6D78-99FD-47CF-B580-DF0179610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5425" y="1529153"/>
              <a:ext cx="4629150" cy="1800225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9ADBA62E-49FF-4072-A531-E8422CAB4C52}"/>
                </a:ext>
              </a:extLst>
            </p:cNvPr>
            <p:cNvSpPr txBox="1"/>
            <p:nvPr/>
          </p:nvSpPr>
          <p:spPr>
            <a:xfrm>
              <a:off x="5579972" y="2873829"/>
              <a:ext cx="3958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Indicateur coloré phénolphtaléine</a:t>
              </a:r>
            </a:p>
          </p:txBody>
        </p:sp>
      </p:grp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EF7E5470-84A4-40A4-B7DE-23720BD0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099568"/>
              </p:ext>
            </p:extLst>
          </p:nvPr>
        </p:nvGraphicFramePr>
        <p:xfrm>
          <a:off x="3971109" y="5158603"/>
          <a:ext cx="797398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3799079843"/>
                    </a:ext>
                  </a:extLst>
                </a:gridCol>
                <a:gridCol w="1985554">
                  <a:extLst>
                    <a:ext uri="{9D8B030D-6E8A-4147-A177-3AD203B41FA5}">
                      <a16:colId xmlns:a16="http://schemas.microsoft.com/office/drawing/2014/main" val="666740753"/>
                    </a:ext>
                  </a:extLst>
                </a:gridCol>
                <a:gridCol w="2836696">
                  <a:extLst>
                    <a:ext uri="{9D8B030D-6E8A-4147-A177-3AD203B41FA5}">
                      <a16:colId xmlns:a16="http://schemas.microsoft.com/office/drawing/2014/main" val="1470019537"/>
                    </a:ext>
                  </a:extLst>
                </a:gridCol>
                <a:gridCol w="1993497">
                  <a:extLst>
                    <a:ext uri="{9D8B030D-6E8A-4147-A177-3AD203B41FA5}">
                      <a16:colId xmlns:a16="http://schemas.microsoft.com/office/drawing/2014/main" val="330013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Essai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Masse pesée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Volume équivalent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43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0,3060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14,95 </a:t>
                      </a:r>
                      <a:r>
                        <a:rPr lang="fr-FR" sz="1600" dirty="0" err="1"/>
                        <a:t>mL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0,1006 mol/L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92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0,3070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15,00 </a:t>
                      </a:r>
                      <a:r>
                        <a:rPr lang="fr-FR" sz="1600" dirty="0" err="1"/>
                        <a:t>mL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0,1002 mol/L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208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C3E1292C-B9EB-4D6B-BE81-93731E474931}"/>
                  </a:ext>
                </a:extLst>
              </p:cNvPr>
              <p:cNvSpPr txBox="1"/>
              <p:nvPr/>
            </p:nvSpPr>
            <p:spPr>
              <a:xfrm>
                <a:off x="168527" y="2971410"/>
                <a:ext cx="287925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𝑁𝑎𝑂𝐻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𝑡𝑎𝑙𝑜𝑛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dirty="0"/>
                  <a:t>Concordance : </a:t>
                </a:r>
              </a:p>
              <a:p>
                <a:pPr algn="ctr"/>
                <a:r>
                  <a:rPr lang="fr-FR" dirty="0"/>
                  <a:t>0,3 %</a:t>
                </a:r>
              </a:p>
              <a:p>
                <a:pPr algn="ctr"/>
                <a:r>
                  <a:rPr lang="fr-FR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0,1004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±0,0010 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C3E1292C-B9EB-4D6B-BE81-93731E474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27" y="2971410"/>
                <a:ext cx="2879250" cy="1477328"/>
              </a:xfrm>
              <a:prstGeom prst="rect">
                <a:avLst/>
              </a:prstGeom>
              <a:blipFill>
                <a:blip r:embed="rId3"/>
                <a:stretch>
                  <a:fillRect l="-1483" r="-12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343797A-8839-4AAD-9BD3-2A3279D210C2}"/>
                  </a:ext>
                </a:extLst>
              </p:cNvPr>
              <p:cNvSpPr txBox="1"/>
              <p:nvPr/>
            </p:nvSpPr>
            <p:spPr>
              <a:xfrm>
                <a:off x="9143999" y="4388238"/>
                <a:ext cx="25389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𝐻𝑃𝐾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=204,22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343797A-8839-4AAD-9BD3-2A3279D21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9" y="4388238"/>
                <a:ext cx="2538900" cy="276999"/>
              </a:xfrm>
              <a:prstGeom prst="rect">
                <a:avLst/>
              </a:prstGeom>
              <a:blipFill>
                <a:blip r:embed="rId4"/>
                <a:stretch>
                  <a:fillRect l="-1202" t="-8889" b="-2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387D156-86CE-4506-A85B-A5F413D672A7}"/>
                  </a:ext>
                </a:extLst>
              </p:cNvPr>
              <p:cNvSpPr txBox="1"/>
              <p:nvPr/>
            </p:nvSpPr>
            <p:spPr>
              <a:xfrm>
                <a:off x="4763588" y="3731451"/>
                <a:ext cx="4380411" cy="1073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𝒒𝒖𝒊𝒗𝒂𝒍𝒆𝒏𝒄𝒆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FR" b="0" dirty="0"/>
              </a:p>
              <a:p>
                <a:pPr/>
                <a:br>
                  <a:rPr lang="fr-FR" b="0" dirty="0"/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𝐻𝑃𝐾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𝐻𝑃𝐾</m:t>
                              </m:r>
                            </m:sub>
                          </m:sSub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387D156-86CE-4506-A85B-A5F413D67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588" y="3731451"/>
                <a:ext cx="4380411" cy="1073692"/>
              </a:xfrm>
              <a:prstGeom prst="rect">
                <a:avLst/>
              </a:prstGeom>
              <a:blipFill>
                <a:blip r:embed="rId5"/>
                <a:stretch>
                  <a:fillRect l="-1808" t="-2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772BC6D8-6072-40E3-A0C6-15DDE647CB40}"/>
              </a:ext>
            </a:extLst>
          </p:cNvPr>
          <p:cNvSpPr txBox="1"/>
          <p:nvPr/>
        </p:nvSpPr>
        <p:spPr>
          <a:xfrm>
            <a:off x="6191794" y="1381837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incolore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C915400-609E-4D94-B278-BB0C065106CA}"/>
              </a:ext>
            </a:extLst>
          </p:cNvPr>
          <p:cNvSpPr txBox="1"/>
          <p:nvPr/>
        </p:nvSpPr>
        <p:spPr>
          <a:xfrm>
            <a:off x="8948057" y="1326328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rose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F1329E-680C-4024-9EC2-44566F84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3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588" y="0"/>
            <a:ext cx="7458821" cy="743857"/>
          </a:xfrm>
        </p:spPr>
        <p:txBody>
          <a:bodyPr anchor="b">
            <a:no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fr-FR" sz="3200" dirty="0"/>
              <a:t>Analyse de l’acide acétique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B365868-039E-4789-8009-9F2101FA69F4}"/>
              </a:ext>
            </a:extLst>
          </p:cNvPr>
          <p:cNvSpPr txBox="1"/>
          <p:nvPr/>
        </p:nvSpPr>
        <p:spPr>
          <a:xfrm>
            <a:off x="6724730" y="679269"/>
            <a:ext cx="3132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Titrage de l’acide acétique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CDE9AE0-1429-4BA2-9525-A236CDF5D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76" y="1048601"/>
            <a:ext cx="5965371" cy="1330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19A9AE9-AC3B-4733-8CE9-2375EA7650CB}"/>
                  </a:ext>
                </a:extLst>
              </p:cNvPr>
              <p:cNvSpPr txBox="1"/>
              <p:nvPr/>
            </p:nvSpPr>
            <p:spPr>
              <a:xfrm>
                <a:off x="6321878" y="2422377"/>
                <a:ext cx="4406912" cy="919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Concentration acide acétique glacial 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1∗1,05∗1000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60,052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=17,5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19A9AE9-AC3B-4733-8CE9-2375EA765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878" y="2422377"/>
                <a:ext cx="4406912" cy="919034"/>
              </a:xfrm>
              <a:prstGeom prst="rect">
                <a:avLst/>
              </a:prstGeom>
              <a:blipFill>
                <a:blip r:embed="rId3"/>
                <a:stretch>
                  <a:fillRect l="-1107" t="-2649" r="-2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2A32DA8E-43C7-48E4-A72B-194C779352F2}"/>
              </a:ext>
            </a:extLst>
          </p:cNvPr>
          <p:cNvSpPr txBox="1"/>
          <p:nvPr/>
        </p:nvSpPr>
        <p:spPr>
          <a:xfrm>
            <a:off x="5713306" y="3384901"/>
            <a:ext cx="6126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</a:t>
            </a:r>
            <a:r>
              <a:rPr lang="fr-FR" b="1" dirty="0"/>
              <a:t>dilue </a:t>
            </a:r>
            <a:r>
              <a:rPr lang="fr-FR" dirty="0"/>
              <a:t>cette solution </a:t>
            </a:r>
            <a:r>
              <a:rPr lang="fr-FR" b="1" dirty="0"/>
              <a:t>100 fois </a:t>
            </a:r>
            <a:r>
              <a:rPr lang="fr-FR" dirty="0"/>
              <a:t>et on procède à son titrage par la soude. Indicateur coloré choisi :</a:t>
            </a:r>
          </a:p>
          <a:p>
            <a:pPr algn="ctr"/>
            <a:r>
              <a:rPr lang="fr-FR" dirty="0"/>
              <a:t>Phénolphtaléine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au 8">
                <a:extLst>
                  <a:ext uri="{FF2B5EF4-FFF2-40B4-BE49-F238E27FC236}">
                    <a16:creationId xmlns:a16="http://schemas.microsoft.com/office/drawing/2014/main" id="{BE5CE498-9E19-4C03-80D0-09592F197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9670278"/>
                  </p:ext>
                </p:extLst>
              </p:nvPr>
            </p:nvGraphicFramePr>
            <p:xfrm>
              <a:off x="4144532" y="5735383"/>
              <a:ext cx="797398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58240">
                      <a:extLst>
                        <a:ext uri="{9D8B030D-6E8A-4147-A177-3AD203B41FA5}">
                          <a16:colId xmlns:a16="http://schemas.microsoft.com/office/drawing/2014/main" val="3799079843"/>
                        </a:ext>
                      </a:extLst>
                    </a:gridCol>
                    <a:gridCol w="1053640">
                      <a:extLst>
                        <a:ext uri="{9D8B030D-6E8A-4147-A177-3AD203B41FA5}">
                          <a16:colId xmlns:a16="http://schemas.microsoft.com/office/drawing/2014/main" val="666740753"/>
                        </a:ext>
                      </a:extLst>
                    </a:gridCol>
                    <a:gridCol w="2121763">
                      <a:extLst>
                        <a:ext uri="{9D8B030D-6E8A-4147-A177-3AD203B41FA5}">
                          <a16:colId xmlns:a16="http://schemas.microsoft.com/office/drawing/2014/main" val="1470019537"/>
                        </a:ext>
                      </a:extLst>
                    </a:gridCol>
                    <a:gridCol w="1820172">
                      <a:extLst>
                        <a:ext uri="{9D8B030D-6E8A-4147-A177-3AD203B41FA5}">
                          <a16:colId xmlns:a16="http://schemas.microsoft.com/office/drawing/2014/main" val="330013372"/>
                        </a:ext>
                      </a:extLst>
                    </a:gridCol>
                    <a:gridCol w="1820172">
                      <a:extLst>
                        <a:ext uri="{9D8B030D-6E8A-4147-A177-3AD203B41FA5}">
                          <a16:colId xmlns:a16="http://schemas.microsoft.com/office/drawing/2014/main" val="42094349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Essai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16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fr-FR" sz="16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600" dirty="0"/>
                            <a:t>Volume équivalent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C diluée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C non diluée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7434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10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17,05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0,1712 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17,12 mol/L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2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10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17,15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0,1722 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17,22 mol/L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22208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au 8">
                <a:extLst>
                  <a:ext uri="{FF2B5EF4-FFF2-40B4-BE49-F238E27FC236}">
                    <a16:creationId xmlns:a16="http://schemas.microsoft.com/office/drawing/2014/main" id="{BE5CE498-9E19-4C03-80D0-09592F197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9670278"/>
                  </p:ext>
                </p:extLst>
              </p:nvPr>
            </p:nvGraphicFramePr>
            <p:xfrm>
              <a:off x="4144532" y="5735383"/>
              <a:ext cx="7973987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58240">
                      <a:extLst>
                        <a:ext uri="{9D8B030D-6E8A-4147-A177-3AD203B41FA5}">
                          <a16:colId xmlns:a16="http://schemas.microsoft.com/office/drawing/2014/main" val="3799079843"/>
                        </a:ext>
                      </a:extLst>
                    </a:gridCol>
                    <a:gridCol w="1053640">
                      <a:extLst>
                        <a:ext uri="{9D8B030D-6E8A-4147-A177-3AD203B41FA5}">
                          <a16:colId xmlns:a16="http://schemas.microsoft.com/office/drawing/2014/main" val="666740753"/>
                        </a:ext>
                      </a:extLst>
                    </a:gridCol>
                    <a:gridCol w="2121763">
                      <a:extLst>
                        <a:ext uri="{9D8B030D-6E8A-4147-A177-3AD203B41FA5}">
                          <a16:colId xmlns:a16="http://schemas.microsoft.com/office/drawing/2014/main" val="1470019537"/>
                        </a:ext>
                      </a:extLst>
                    </a:gridCol>
                    <a:gridCol w="1820172">
                      <a:extLst>
                        <a:ext uri="{9D8B030D-6E8A-4147-A177-3AD203B41FA5}">
                          <a16:colId xmlns:a16="http://schemas.microsoft.com/office/drawing/2014/main" val="330013372"/>
                        </a:ext>
                      </a:extLst>
                    </a:gridCol>
                    <a:gridCol w="1820172">
                      <a:extLst>
                        <a:ext uri="{9D8B030D-6E8A-4147-A177-3AD203B41FA5}">
                          <a16:colId xmlns:a16="http://schemas.microsoft.com/office/drawing/2014/main" val="42094349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Essai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l="-110405" t="-3279" r="-548555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600" dirty="0"/>
                            <a:t>Volume équivalent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C diluée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C non diluée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7434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10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17,05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0,1712 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17,12 mol/L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2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10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17,15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0,1722 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17,22 mol/L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222089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365171-3B25-406C-90EC-96E2B1502B75}"/>
                  </a:ext>
                </a:extLst>
              </p:cNvPr>
              <p:cNvSpPr txBox="1"/>
              <p:nvPr/>
            </p:nvSpPr>
            <p:spPr>
              <a:xfrm>
                <a:off x="5869576" y="4199393"/>
                <a:ext cx="4380411" cy="575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𝒒𝒖𝒊𝒗𝒂𝒍𝒆𝒏𝒄𝒆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𝐴𝑐𝑖𝑑𝑒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𝑡𝑖𝑞𝑢𝑒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365171-3B25-406C-90EC-96E2B1502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76" y="4199393"/>
                <a:ext cx="4380411" cy="575414"/>
              </a:xfrm>
              <a:prstGeom prst="rect">
                <a:avLst/>
              </a:prstGeom>
              <a:blipFill>
                <a:blip r:embed="rId5"/>
                <a:stretch>
                  <a:fillRect l="-1950" t="-5319" b="-138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9F6F3C0-FF97-4B27-B177-E78BC5003374}"/>
                  </a:ext>
                </a:extLst>
              </p:cNvPr>
              <p:cNvSpPr/>
              <p:nvPr/>
            </p:nvSpPr>
            <p:spPr>
              <a:xfrm>
                <a:off x="6096000" y="4864347"/>
                <a:ext cx="5227777" cy="394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𝒎𝑳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𝑝𝑜𝑢𝑟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è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𝑎𝑢𝑥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𝑎𝑙𝑒𝑛𝑡𝑜𝑢𝑟𝑠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9F6F3C0-FF97-4B27-B177-E78BC50033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864347"/>
                <a:ext cx="5227777" cy="394210"/>
              </a:xfrm>
              <a:prstGeom prst="rect">
                <a:avLst/>
              </a:prstGeom>
              <a:blipFill>
                <a:blip r:embed="rId6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05B6B0-BF31-4CF9-8A93-382FDF806625}"/>
                  </a:ext>
                </a:extLst>
              </p:cNvPr>
              <p:cNvSpPr/>
              <p:nvPr/>
            </p:nvSpPr>
            <p:spPr>
              <a:xfrm>
                <a:off x="6065591" y="5219967"/>
                <a:ext cx="3964419" cy="3758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sSup>
                        <m:sSupPr>
                          <m:ctrlP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𝟏𝟎𝟎𝟒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𝟎𝟎𝟏𝟎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𝒎𝒐𝒍</m:t>
                      </m:r>
                      <m:r>
                        <a:rPr lang="fr-F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fr-FR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705B6B0-BF31-4CF9-8A93-382FDF806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591" y="5219967"/>
                <a:ext cx="3964419" cy="375872"/>
              </a:xfrm>
              <a:prstGeom prst="rect">
                <a:avLst/>
              </a:prstGeom>
              <a:blipFill>
                <a:blip r:embed="rId7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E8C2F84-4C84-4F45-BBA4-97D43F2D816C}"/>
                  </a:ext>
                </a:extLst>
              </p:cNvPr>
              <p:cNvSpPr txBox="1"/>
              <p:nvPr/>
            </p:nvSpPr>
            <p:spPr>
              <a:xfrm>
                <a:off x="419475" y="1615186"/>
                <a:ext cx="4368248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𝐴𝑐𝑖𝑑𝑒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𝑡𝑖𝑞𝑢𝑒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𝑔𝑙𝑎𝑐𝑖𝑎𝑙</m:t>
                      </m:r>
                    </m:oMath>
                  </m:oMathPara>
                </a14:m>
                <a:endParaRPr lang="fr-FR" sz="2800" b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2800" dirty="0"/>
                  <a:t>Concordance : </a:t>
                </a:r>
              </a:p>
              <a:p>
                <a:pPr algn="ctr"/>
                <a:r>
                  <a:rPr lang="fr-FR" sz="2800" dirty="0"/>
                  <a:t>0,6 %</a:t>
                </a:r>
              </a:p>
              <a:p>
                <a:pPr algn="ctr"/>
                <a:r>
                  <a:rPr lang="fr-FR" sz="2800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17,17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2800" dirty="0">
                  <a:solidFill>
                    <a:srgbClr val="FF0000"/>
                  </a:solidFill>
                </a:endParaRPr>
              </a:p>
              <a:p>
                <a:pPr algn="ctr"/>
                <a:endParaRPr lang="fr-FR" sz="28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2800" dirty="0">
                    <a:solidFill>
                      <a:srgbClr val="FF0000"/>
                    </a:solidFill>
                  </a:rPr>
                  <a:t>Pureté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=98,2 %</m:t>
                      </m:r>
                    </m:oMath>
                  </m:oMathPara>
                </a14:m>
                <a:endParaRPr lang="fr-FR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3E8C2F84-4C84-4F45-BBA4-97D43F2D8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75" y="1615186"/>
                <a:ext cx="4368248" cy="3539430"/>
              </a:xfrm>
              <a:prstGeom prst="rect">
                <a:avLst/>
              </a:prstGeom>
              <a:blipFill>
                <a:blip r:embed="rId8"/>
                <a:stretch>
                  <a:fillRect l="-2514" r="-23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D78B48-E890-4606-927C-83D0CA7D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2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588" y="0"/>
            <a:ext cx="7458821" cy="743857"/>
          </a:xfrm>
        </p:spPr>
        <p:txBody>
          <a:bodyPr anchor="b">
            <a:noAutofit/>
          </a:bodyPr>
          <a:lstStyle/>
          <a:p>
            <a:pPr marL="914400" indent="-914400">
              <a:buFont typeface="+mj-lt"/>
              <a:buAutoNum type="arabicPeriod" startAt="2"/>
            </a:pPr>
            <a:r>
              <a:rPr lang="fr-FR" sz="2400" dirty="0"/>
              <a:t>Analyse de l’alcool </a:t>
            </a:r>
            <a:r>
              <a:rPr lang="fr-FR" sz="2400" dirty="0" err="1"/>
              <a:t>isoamylique</a:t>
            </a:r>
            <a:endParaRPr lang="fr-FR" sz="24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3BD76F-AB60-4721-9B49-CA106B669726}"/>
              </a:ext>
            </a:extLst>
          </p:cNvPr>
          <p:cNvSpPr txBox="1"/>
          <p:nvPr/>
        </p:nvSpPr>
        <p:spPr>
          <a:xfrm>
            <a:off x="5774024" y="1398939"/>
            <a:ext cx="6126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Contrôle de la qualité du substrat par chromatographie.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BDEC578-986F-40CD-B048-344C1A7129CE}"/>
              </a:ext>
            </a:extLst>
          </p:cNvPr>
          <p:cNvSpPr txBox="1"/>
          <p:nvPr/>
        </p:nvSpPr>
        <p:spPr>
          <a:xfrm>
            <a:off x="5774023" y="2331020"/>
            <a:ext cx="6126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Analyse CPG car </a:t>
            </a:r>
            <a:r>
              <a:rPr lang="fr-FR" dirty="0" err="1"/>
              <a:t>Téb</a:t>
            </a:r>
            <a:r>
              <a:rPr lang="fr-FR" dirty="0"/>
              <a:t> &lt; 200 °C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F0796DD-23D9-43A3-8F9B-2234965CBF04}"/>
              </a:ext>
            </a:extLst>
          </p:cNvPr>
          <p:cNvSpPr txBox="1"/>
          <p:nvPr/>
        </p:nvSpPr>
        <p:spPr>
          <a:xfrm>
            <a:off x="5774023" y="2986102"/>
            <a:ext cx="6126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Chromatogramme présentant un pic majoritaire avec un titre massique (méthode des aires) supérieur à 99 %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57A3FA-6D33-4FC2-AC11-455264367119}"/>
              </a:ext>
            </a:extLst>
          </p:cNvPr>
          <p:cNvSpPr txBox="1"/>
          <p:nvPr/>
        </p:nvSpPr>
        <p:spPr>
          <a:xfrm>
            <a:off x="7919529" y="3898366"/>
            <a:ext cx="2529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=&gt; La qualité de l’alcool substrat est validée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B3C771A9-4333-488F-8490-11C961093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113939"/>
              </p:ext>
            </p:extLst>
          </p:nvPr>
        </p:nvGraphicFramePr>
        <p:xfrm>
          <a:off x="4522576" y="5888355"/>
          <a:ext cx="745882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137">
                  <a:extLst>
                    <a:ext uri="{9D8B030D-6E8A-4147-A177-3AD203B41FA5}">
                      <a16:colId xmlns:a16="http://schemas.microsoft.com/office/drawing/2014/main" val="1966125311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3079505408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248420451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1526755036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3821464664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4067563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/>
                        <a:t>Appareil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/>
                        <a:t>Colonne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V</a:t>
                      </a:r>
                      <a:r>
                        <a:rPr lang="fr-FR" sz="1600" b="0" baseline="-25000" dirty="0" err="1"/>
                        <a:t>inj</a:t>
                      </a:r>
                      <a:endParaRPr lang="fr-FR" sz="16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inj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dét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four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28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CPG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SP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1,0 µL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160 °C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160 °C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140 °C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57044747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50427B45-4A72-4F7C-94A7-D7AC375010C7}"/>
              </a:ext>
            </a:extLst>
          </p:cNvPr>
          <p:cNvSpPr txBox="1"/>
          <p:nvPr/>
        </p:nvSpPr>
        <p:spPr>
          <a:xfrm>
            <a:off x="237658" y="191793"/>
            <a:ext cx="1261444" cy="916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 d’acétone de rinçage</a:t>
            </a:r>
            <a:endParaRPr lang="fr-FR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FFFE1DBC-6D3F-4F02-8C84-18F91C42B9BA}"/>
              </a:ext>
            </a:extLst>
          </p:cNvPr>
          <p:cNvSpPr/>
          <p:nvPr/>
        </p:nvSpPr>
        <p:spPr>
          <a:xfrm>
            <a:off x="-33262" y="-28653"/>
            <a:ext cx="1797036" cy="1545019"/>
          </a:xfrm>
          <a:prstGeom prst="mathMultiply">
            <a:avLst>
              <a:gd name="adj1" fmla="val 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90FA6A0-10B2-47DB-BD25-DE89D297AAC7}"/>
              </a:ext>
            </a:extLst>
          </p:cNvPr>
          <p:cNvSpPr txBox="1"/>
          <p:nvPr/>
        </p:nvSpPr>
        <p:spPr>
          <a:xfrm>
            <a:off x="9026144" y="5217109"/>
            <a:ext cx="3111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Choix des paramètres</a:t>
            </a:r>
            <a:endParaRPr lang="fr-FR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id="{ACB02D5A-0F62-4751-B20A-296796B268FD}"/>
              </a:ext>
            </a:extLst>
          </p:cNvPr>
          <p:cNvSpPr/>
          <p:nvPr/>
        </p:nvSpPr>
        <p:spPr>
          <a:xfrm rot="16200000">
            <a:off x="9998191" y="4299383"/>
            <a:ext cx="262414" cy="2915529"/>
          </a:xfrm>
          <a:prstGeom prst="rightBrace">
            <a:avLst>
              <a:gd name="adj1" fmla="val 0"/>
              <a:gd name="adj2" fmla="val 50000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D2BE0D8-7EA1-4DB0-A61B-D02B3EC99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3" y="1290928"/>
            <a:ext cx="4731378" cy="3175627"/>
          </a:xfrm>
          <a:prstGeom prst="rect">
            <a:avLst/>
          </a:prstGeom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88E8848-AFE8-4579-B1F4-DB15ADAFAB09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68380" y="1108432"/>
            <a:ext cx="1954046" cy="2513179"/>
          </a:xfrm>
          <a:prstGeom prst="straightConnector1">
            <a:avLst/>
          </a:prstGeom>
          <a:ln w="63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506C40C8-5DB0-4414-95A1-A7261EBC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2" y="4730043"/>
            <a:ext cx="2391338" cy="155645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B4B5D6B-E7F5-42D2-A95B-259A859E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88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588" y="0"/>
            <a:ext cx="7458821" cy="743857"/>
          </a:xfrm>
        </p:spPr>
        <p:txBody>
          <a:bodyPr anchor="b">
            <a:no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fr-FR" sz="1800" dirty="0"/>
              <a:t>Précision spectrale du spectrophotomètre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74C285F1-7427-4E2A-975B-A2612F789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4284" y="1176337"/>
            <a:ext cx="5845766" cy="38793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46F4C48-D693-46BA-BC0C-F7A73A0FF3F1}"/>
              </a:ext>
            </a:extLst>
          </p:cNvPr>
          <p:cNvSpPr txBox="1"/>
          <p:nvPr/>
        </p:nvSpPr>
        <p:spPr>
          <a:xfrm>
            <a:off x="5411897" y="5118785"/>
            <a:ext cx="641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Préparation de la solution de permanganate de potassium à 5.10</a:t>
            </a:r>
            <a:r>
              <a:rPr lang="fr-FR" baseline="30000" dirty="0"/>
              <a:t>-4</a:t>
            </a:r>
            <a:r>
              <a:rPr lang="fr-FR" dirty="0"/>
              <a:t> mol/L par pesée et dilution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58FE6EE-4A84-435A-866B-42618F731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27978"/>
              </p:ext>
            </p:extLst>
          </p:nvPr>
        </p:nvGraphicFramePr>
        <p:xfrm>
          <a:off x="5364071" y="5765115"/>
          <a:ext cx="6465979" cy="9579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119571">
                  <a:extLst>
                    <a:ext uri="{9D8B030D-6E8A-4147-A177-3AD203B41FA5}">
                      <a16:colId xmlns:a16="http://schemas.microsoft.com/office/drawing/2014/main" val="2965567340"/>
                    </a:ext>
                  </a:extLst>
                </a:gridCol>
                <a:gridCol w="1086602">
                  <a:extLst>
                    <a:ext uri="{9D8B030D-6E8A-4147-A177-3AD203B41FA5}">
                      <a16:colId xmlns:a16="http://schemas.microsoft.com/office/drawing/2014/main" val="4246626817"/>
                    </a:ext>
                  </a:extLst>
                </a:gridCol>
                <a:gridCol w="1086602">
                  <a:extLst>
                    <a:ext uri="{9D8B030D-6E8A-4147-A177-3AD203B41FA5}">
                      <a16:colId xmlns:a16="http://schemas.microsoft.com/office/drawing/2014/main" val="3141737509"/>
                    </a:ext>
                  </a:extLst>
                </a:gridCol>
                <a:gridCol w="1086602">
                  <a:extLst>
                    <a:ext uri="{9D8B030D-6E8A-4147-A177-3AD203B41FA5}">
                      <a16:colId xmlns:a16="http://schemas.microsoft.com/office/drawing/2014/main" val="672609"/>
                    </a:ext>
                  </a:extLst>
                </a:gridCol>
                <a:gridCol w="1086602">
                  <a:extLst>
                    <a:ext uri="{9D8B030D-6E8A-4147-A177-3AD203B41FA5}">
                      <a16:colId xmlns:a16="http://schemas.microsoft.com/office/drawing/2014/main" val="730215415"/>
                    </a:ext>
                  </a:extLst>
                </a:gridCol>
              </a:tblGrid>
              <a:tr h="31930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Théorique (nm)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310,0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508,0</a:t>
                      </a:r>
                      <a:endParaRPr lang="fr-FR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526,5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546,5</a:t>
                      </a:r>
                      <a:endParaRPr lang="fr-FR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3822641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b="1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Mesuré (nm</a:t>
                      </a: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311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509,5 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525,5 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548 </a:t>
                      </a:r>
                      <a:endParaRPr lang="fr-FR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4183475"/>
                  </a:ext>
                </a:extLst>
              </a:tr>
              <a:tr h="31930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Ecart relatif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0,3 %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0,3 %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0,2 %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16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0,3 %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0347627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F519CAD8-DDF2-4F89-BC08-D6FA7434128B}"/>
              </a:ext>
            </a:extLst>
          </p:cNvPr>
          <p:cNvSpPr txBox="1"/>
          <p:nvPr/>
        </p:nvSpPr>
        <p:spPr>
          <a:xfrm>
            <a:off x="257452" y="2054158"/>
            <a:ext cx="43944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La position des longueurs d’ondes indiquées par le spectrophotomètre UV-visible sont donc conforme aux attentes. </a:t>
            </a:r>
          </a:p>
          <a:p>
            <a:pPr algn="ctr"/>
            <a:endParaRPr lang="fr-FR" sz="2000" dirty="0">
              <a:solidFill>
                <a:srgbClr val="FF0000"/>
              </a:solidFill>
            </a:endParaRPr>
          </a:p>
          <a:p>
            <a:pPr algn="ctr"/>
            <a:r>
              <a:rPr lang="fr-FR" sz="2000" b="1" dirty="0">
                <a:solidFill>
                  <a:srgbClr val="FF0000"/>
                </a:solidFill>
              </a:rPr>
              <a:t>Le spectrophotomètre est donc spectralement précis.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EAF8F12-792D-4399-8EF2-9C427F68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267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0B209AF-E64B-4D5B-8DC8-DFC74B478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588" y="1"/>
            <a:ext cx="7458821" cy="609600"/>
          </a:xfrm>
        </p:spPr>
        <p:txBody>
          <a:bodyPr anchor="b">
            <a:noAutofit/>
          </a:bodyPr>
          <a:lstStyle/>
          <a:p>
            <a:pPr marL="914400" indent="-914400">
              <a:buFont typeface="+mj-lt"/>
              <a:buAutoNum type="arabicPeriod" startAt="2"/>
            </a:pPr>
            <a:r>
              <a:rPr lang="fr-FR" sz="1800" dirty="0"/>
              <a:t>Justesse du spectrophotomètre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B0275-66F1-4491-93B8-121D0C71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4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493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5575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6936E6B-4044-4DF9-A15D-B97648189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1530"/>
              </p:ext>
            </p:extLst>
          </p:nvPr>
        </p:nvGraphicFramePr>
        <p:xfrm>
          <a:off x="5377929" y="4397829"/>
          <a:ext cx="6645275" cy="188105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47470">
                  <a:extLst>
                    <a:ext uri="{9D8B030D-6E8A-4147-A177-3AD203B41FA5}">
                      <a16:colId xmlns:a16="http://schemas.microsoft.com/office/drawing/2014/main" val="3981023490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1813564155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4205450754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1864505736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753038656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612328888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82293929"/>
                    </a:ext>
                  </a:extLst>
                </a:gridCol>
              </a:tblGrid>
              <a:tr h="399723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Maximas théoriques attendus :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315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508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526.5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546.5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6348103"/>
                  </a:ext>
                </a:extLst>
              </a:tr>
              <a:tr h="282158">
                <a:tc grid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Concentration [MnO</a:t>
                      </a:r>
                      <a:r>
                        <a:rPr lang="fr-FR" sz="1100" baseline="-25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fr-FR" sz="1100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fr-FR" sz="11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 mère</a:t>
                      </a:r>
                      <a:endParaRPr lang="fr-FR" sz="1100" baseline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5.10</a:t>
                      </a:r>
                      <a:r>
                        <a:rPr lang="fr-FR" sz="1100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  <a:r>
                        <a:rPr lang="fr-FR" sz="1100" baseline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mol/L</a:t>
                      </a: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000">
                        <a:effectLst/>
                        <a:latin typeface="Comic Sans MS" panose="030F0702030302020204" pitchFamily="66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000">
                        <a:effectLst/>
                        <a:latin typeface="Comic Sans MS" panose="030F0702030302020204" pitchFamily="66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000">
                        <a:effectLst/>
                        <a:latin typeface="Comic Sans MS" panose="030F0702030302020204" pitchFamily="66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FR" sz="1000" dirty="0">
                        <a:effectLst/>
                        <a:latin typeface="Comic Sans MS" panose="030F0702030302020204" pitchFamily="66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6890659"/>
                  </a:ext>
                </a:extLst>
              </a:tr>
              <a:tr h="399723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Coefficient d’</a:t>
                      </a:r>
                      <a:r>
                        <a:rPr lang="fr-FR" sz="1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exctinction</a:t>
                      </a: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molaire (cm</a:t>
                      </a:r>
                      <a:r>
                        <a:rPr lang="fr-FR" sz="1100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.mol</a:t>
                      </a:r>
                      <a:r>
                        <a:rPr lang="fr-FR" sz="1100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.L)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Mesuré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1731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1681 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1756 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2380 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2400 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7000299"/>
                  </a:ext>
                </a:extLst>
              </a:tr>
              <a:tr h="3997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Théorique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1735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1670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1808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2440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2343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3256916"/>
                  </a:ext>
                </a:extLst>
              </a:tr>
              <a:tr h="3997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Ecart relatif</a:t>
                      </a:r>
                      <a:endParaRPr lang="fr-FR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0,2 %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0,6 %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2,9 %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2,5 %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2,4 % </a:t>
                      </a:r>
                      <a:endParaRPr lang="fr-FR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0239335"/>
                  </a:ext>
                </a:extLst>
              </a:tr>
            </a:tbl>
          </a:graphicData>
        </a:graphic>
      </p:graphicFrame>
      <p:pic>
        <p:nvPicPr>
          <p:cNvPr id="3074" name="Picture 2" descr="Science avec Hubière !: Chimie - Terminale S - Dosage par étalonnage">
            <a:extLst>
              <a:ext uri="{FF2B5EF4-FFF2-40B4-BE49-F238E27FC236}">
                <a16:creationId xmlns:a16="http://schemas.microsoft.com/office/drawing/2014/main" id="{BB907AED-D9BF-4FA6-A8F1-DF46D64717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0"/>
          <a:stretch/>
        </p:blipFill>
        <p:spPr bwMode="auto">
          <a:xfrm>
            <a:off x="6548896" y="766354"/>
            <a:ext cx="4558171" cy="327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DE0D8EF-A981-4B63-B399-689236F26EFD}"/>
              </a:ext>
            </a:extLst>
          </p:cNvPr>
          <p:cNvSpPr txBox="1"/>
          <p:nvPr/>
        </p:nvSpPr>
        <p:spPr>
          <a:xfrm>
            <a:off x="257452" y="2054158"/>
            <a:ext cx="43944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valeurs de coefficient d’extinction molaire mesurée par le spectrophotomètre UV-visible sont donc conforme aux attentes. </a:t>
            </a:r>
          </a:p>
          <a:p>
            <a:pPr algn="ctr"/>
            <a:endParaRPr lang="fr-FR" dirty="0">
              <a:solidFill>
                <a:srgbClr val="FF0000"/>
              </a:solidFill>
            </a:endParaRP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Le spectrophotomètre est juste en absorbance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7B6F9C-B6FD-4298-B53B-DE844E6A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447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62937-B366-408E-BC44-A5D9F5530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210311" y="2689612"/>
            <a:ext cx="2322577" cy="1056171"/>
          </a:xfrm>
        </p:spPr>
        <p:txBody>
          <a:bodyPr/>
          <a:lstStyle/>
          <a:p>
            <a:r>
              <a:rPr lang="fr-FR" dirty="0"/>
              <a:t>Bilan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CCDEC6-BE8C-4154-A8E2-E7188DB3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1D5C5886-603B-4047-8408-F27E25E171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6839155"/>
              </p:ext>
            </p:extLst>
          </p:nvPr>
        </p:nvGraphicFramePr>
        <p:xfrm>
          <a:off x="2296394" y="586204"/>
          <a:ext cx="5930150" cy="136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742E7F87-6B1B-4850-BA10-DDFCB055E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842918"/>
              </p:ext>
            </p:extLst>
          </p:nvPr>
        </p:nvGraphicFramePr>
        <p:xfrm>
          <a:off x="8686788" y="-411873"/>
          <a:ext cx="2899625" cy="3365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170A2E27-EC2C-424E-9D86-6AA20A0BED4D}"/>
                  </a:ext>
                </a:extLst>
              </p:cNvPr>
              <p:cNvSpPr txBox="1"/>
              <p:nvPr/>
            </p:nvSpPr>
            <p:spPr>
              <a:xfrm>
                <a:off x="1657207" y="2906655"/>
                <a:ext cx="2729016" cy="1019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𝐴𝑔𝑁</m:t>
                      </m:r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𝑡𝑎𝑙𝑜𝑛</m:t>
                      </m:r>
                    </m:oMath>
                  </m:oMathPara>
                </a14:m>
                <a:endParaRPr lang="fr-FR" sz="1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1200" dirty="0"/>
                  <a:t>Concordance : </a:t>
                </a:r>
              </a:p>
              <a:p>
                <a:pPr algn="ctr"/>
                <a:r>
                  <a:rPr lang="fr-FR" sz="1200" dirty="0"/>
                  <a:t>0,3 %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0,04994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±0,0050 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170A2E27-EC2C-424E-9D86-6AA20A0BE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207" y="2906655"/>
                <a:ext cx="2729016" cy="10198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2F5C849C-F66C-49AA-9D38-9BBBFC546332}"/>
                  </a:ext>
                </a:extLst>
              </p:cNvPr>
              <p:cNvSpPr txBox="1"/>
              <p:nvPr/>
            </p:nvSpPr>
            <p:spPr>
              <a:xfrm>
                <a:off x="3800764" y="3321993"/>
                <a:ext cx="2091406" cy="1208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𝐴𝑣𝑎𝑛𝑐𝑒𝑚𝑒𝑛𝑡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𝑎𝑐𝑡𝑖𝑜𝑛</m:t>
                      </m:r>
                    </m:oMath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𝑎𝑝𝑟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è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10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sz="1200" b="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10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0,02613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0,028</m:t>
                          </m:r>
                        </m:den>
                      </m:f>
                    </m:oMath>
                  </m:oMathPara>
                </a14:m>
                <a:endParaRPr lang="fr-FR" sz="1200" b="0" dirty="0">
                  <a:ea typeface="Cambria Math" panose="02040503050406030204" pitchFamily="18" charset="0"/>
                </a:endParaRPr>
              </a:p>
              <a:p>
                <a:pPr algn="ctr"/>
                <a:endParaRPr lang="fr-FR" sz="12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=94,8</m:t>
                      </m:r>
                      <m:r>
                        <a:rPr lang="fr-FR" sz="1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</m:t>
                      </m:r>
                    </m:oMath>
                  </m:oMathPara>
                </a14:m>
                <a:endParaRPr lang="fr-FR" sz="12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2F5C849C-F66C-49AA-9D38-9BBBFC546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764" y="3321993"/>
                <a:ext cx="2091406" cy="12089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7517FE-44B7-4BB6-82F5-0989CFADBFAA}"/>
                  </a:ext>
                </a:extLst>
              </p:cNvPr>
              <p:cNvSpPr txBox="1"/>
              <p:nvPr/>
            </p:nvSpPr>
            <p:spPr>
              <a:xfrm>
                <a:off x="5711952" y="3798177"/>
                <a:ext cx="1974643" cy="1019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𝑁𝑎𝑂𝐻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𝑠𝑜𝑙𝑢𝑡𝑖𝑜𝑛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𝑡𝑎𝑙𝑜𝑛</m:t>
                      </m:r>
                    </m:oMath>
                  </m:oMathPara>
                </a14:m>
                <a:endParaRPr lang="fr-FR" sz="1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1200" dirty="0"/>
                  <a:t>Concordance : </a:t>
                </a:r>
              </a:p>
              <a:p>
                <a:pPr algn="ctr"/>
                <a:r>
                  <a:rPr lang="fr-FR" sz="1200" dirty="0"/>
                  <a:t>0,3 %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0,1004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±0,0010 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7517FE-44B7-4BB6-82F5-0989CFAD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952" y="3798177"/>
                <a:ext cx="1974643" cy="10198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A6BA3C9-85D1-41C8-9C73-887F8CA4A109}"/>
                  </a:ext>
                </a:extLst>
              </p:cNvPr>
              <p:cNvSpPr txBox="1"/>
              <p:nvPr/>
            </p:nvSpPr>
            <p:spPr>
              <a:xfrm>
                <a:off x="7639400" y="4055527"/>
                <a:ext cx="1974643" cy="1573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𝐴𝑐𝑖𝑑𝑒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𝑎𝑐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𝑡𝑖𝑞𝑢𝑒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𝑔𝑙𝑎𝑐𝑖𝑎𝑙</m:t>
                      </m:r>
                    </m:oMath>
                  </m:oMathPara>
                </a14:m>
                <a:endParaRPr lang="fr-FR" sz="1200" b="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1200" dirty="0"/>
                  <a:t>Concordance : </a:t>
                </a:r>
              </a:p>
              <a:p>
                <a:pPr algn="ctr"/>
                <a:r>
                  <a:rPr lang="fr-FR" sz="1200" dirty="0"/>
                  <a:t>0,6 %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Concentration retenue :</a:t>
                </a: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17,17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fr-F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200" dirty="0">
                  <a:solidFill>
                    <a:srgbClr val="FF0000"/>
                  </a:solidFill>
                </a:endParaRPr>
              </a:p>
              <a:p>
                <a:pPr algn="ctr"/>
                <a:endParaRPr lang="fr-FR" sz="12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fr-FR" sz="1200" dirty="0">
                    <a:solidFill>
                      <a:srgbClr val="FF0000"/>
                    </a:solidFill>
                  </a:rPr>
                  <a:t>Pureté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=98,2 %</m:t>
                      </m:r>
                    </m:oMath>
                  </m:oMathPara>
                </a14:m>
                <a:endParaRPr lang="fr-FR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A6BA3C9-85D1-41C8-9C73-887F8CA4A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400" y="4055527"/>
                <a:ext cx="1974643" cy="15738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4CB23C25-EDDF-4712-93DB-26AFC2EA8F38}"/>
              </a:ext>
            </a:extLst>
          </p:cNvPr>
          <p:cNvSpPr txBox="1"/>
          <p:nvPr/>
        </p:nvSpPr>
        <p:spPr>
          <a:xfrm>
            <a:off x="9614043" y="4748163"/>
            <a:ext cx="1237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La qualité de l’alcool substrat est validée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B143282-6FDB-4678-9C7D-A6D1388F50A8}"/>
              </a:ext>
            </a:extLst>
          </p:cNvPr>
          <p:cNvSpPr txBox="1"/>
          <p:nvPr/>
        </p:nvSpPr>
        <p:spPr>
          <a:xfrm>
            <a:off x="10294620" y="5625465"/>
            <a:ext cx="1897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solidFill>
                  <a:srgbClr val="FF0000"/>
                </a:solidFill>
              </a:rPr>
              <a:t>Le spectrophotomètre est juste en absorbance</a:t>
            </a:r>
          </a:p>
        </p:txBody>
      </p:sp>
    </p:spTree>
    <p:extLst>
      <p:ext uri="{BB962C8B-B14F-4D97-AF65-F5344CB8AC3E}">
        <p14:creationId xmlns:p14="http://schemas.microsoft.com/office/powerpoint/2010/main" val="1808297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72DC3EE-C469-49E0-A83D-CA3BE525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9547224" cy="6858000"/>
          </a:xfrm>
          <a:custGeom>
            <a:avLst/>
            <a:gdLst>
              <a:gd name="connsiteX0" fmla="*/ 7924201 w 9547224"/>
              <a:gd name="connsiteY0" fmla="*/ 0 h 6858000"/>
              <a:gd name="connsiteX1" fmla="*/ 6830968 w 9547224"/>
              <a:gd name="connsiteY1" fmla="*/ 0 h 6858000"/>
              <a:gd name="connsiteX2" fmla="*/ 6514769 w 9547224"/>
              <a:gd name="connsiteY2" fmla="*/ 0 h 6858000"/>
              <a:gd name="connsiteX3" fmla="*/ 6050802 w 9547224"/>
              <a:gd name="connsiteY3" fmla="*/ 0 h 6858000"/>
              <a:gd name="connsiteX4" fmla="*/ 4341273 w 9547224"/>
              <a:gd name="connsiteY4" fmla="*/ 0 h 6858000"/>
              <a:gd name="connsiteX5" fmla="*/ 0 w 9547224"/>
              <a:gd name="connsiteY5" fmla="*/ 0 h 6858000"/>
              <a:gd name="connsiteX6" fmla="*/ 0 w 9547224"/>
              <a:gd name="connsiteY6" fmla="*/ 6858000 h 6858000"/>
              <a:gd name="connsiteX7" fmla="*/ 4341273 w 9547224"/>
              <a:gd name="connsiteY7" fmla="*/ 6858000 h 6858000"/>
              <a:gd name="connsiteX8" fmla="*/ 6050802 w 9547224"/>
              <a:gd name="connsiteY8" fmla="*/ 6858000 h 6858000"/>
              <a:gd name="connsiteX9" fmla="*/ 6514769 w 9547224"/>
              <a:gd name="connsiteY9" fmla="*/ 6858000 h 6858000"/>
              <a:gd name="connsiteX10" fmla="*/ 6830968 w 9547224"/>
              <a:gd name="connsiteY10" fmla="*/ 6858000 h 6858000"/>
              <a:gd name="connsiteX11" fmla="*/ 7044470 w 9547224"/>
              <a:gd name="connsiteY11" fmla="*/ 6858000 h 6858000"/>
              <a:gd name="connsiteX12" fmla="*/ 7156226 w 9547224"/>
              <a:gd name="connsiteY12" fmla="*/ 6780599 h 6858000"/>
              <a:gd name="connsiteX13" fmla="*/ 7672874 w 9547224"/>
              <a:gd name="connsiteY13" fmla="*/ 6374814 h 6858000"/>
              <a:gd name="connsiteX14" fmla="*/ 9547224 w 9547224"/>
              <a:gd name="connsiteY14" fmla="*/ 3621656 h 6858000"/>
              <a:gd name="connsiteX15" fmla="*/ 7946325 w 9547224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47224" h="6858000">
                <a:moveTo>
                  <a:pt x="7924201" y="0"/>
                </a:moveTo>
                <a:lnTo>
                  <a:pt x="6830968" y="0"/>
                </a:lnTo>
                <a:lnTo>
                  <a:pt x="6514769" y="0"/>
                </a:lnTo>
                <a:lnTo>
                  <a:pt x="6050802" y="0"/>
                </a:lnTo>
                <a:lnTo>
                  <a:pt x="4341273" y="0"/>
                </a:lnTo>
                <a:lnTo>
                  <a:pt x="0" y="0"/>
                </a:lnTo>
                <a:lnTo>
                  <a:pt x="0" y="6858000"/>
                </a:lnTo>
                <a:lnTo>
                  <a:pt x="4341273" y="6858000"/>
                </a:lnTo>
                <a:lnTo>
                  <a:pt x="6050802" y="6858000"/>
                </a:lnTo>
                <a:lnTo>
                  <a:pt x="6514769" y="6858000"/>
                </a:lnTo>
                <a:lnTo>
                  <a:pt x="6830968" y="6858000"/>
                </a:lnTo>
                <a:lnTo>
                  <a:pt x="7044470" y="6858000"/>
                </a:lnTo>
                <a:lnTo>
                  <a:pt x="7156226" y="6780599"/>
                </a:lnTo>
                <a:cubicBezTo>
                  <a:pt x="7330044" y="6653108"/>
                  <a:pt x="7500671" y="6515397"/>
                  <a:pt x="7672874" y="6374814"/>
                </a:cubicBezTo>
                <a:cubicBezTo>
                  <a:pt x="8618499" y="5602839"/>
                  <a:pt x="9547224" y="4969131"/>
                  <a:pt x="9547224" y="3621656"/>
                </a:cubicBezTo>
                <a:cubicBezTo>
                  <a:pt x="9547224" y="2093192"/>
                  <a:pt x="8973488" y="754641"/>
                  <a:pt x="794632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2" name="Image 71">
            <a:extLst>
              <a:ext uri="{FF2B5EF4-FFF2-40B4-BE49-F238E27FC236}">
                <a16:creationId xmlns:a16="http://schemas.microsoft.com/office/drawing/2014/main" id="{D66C6F61-DC9B-4C13-9494-C4FF18C8C5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101" b="1"/>
          <a:stretch/>
        </p:blipFill>
        <p:spPr>
          <a:xfrm>
            <a:off x="2610907" y="0"/>
            <a:ext cx="9752573" cy="6857990"/>
          </a:xfrm>
          <a:custGeom>
            <a:avLst/>
            <a:gdLst/>
            <a:ahLst/>
            <a:cxnLst/>
            <a:rect l="l" t="t" r="r" b="b"/>
            <a:pathLst>
              <a:path w="9345295" h="6858000">
                <a:moveTo>
                  <a:pt x="1656879" y="0"/>
                </a:moveTo>
                <a:lnTo>
                  <a:pt x="2772916" y="0"/>
                </a:lnTo>
                <a:lnTo>
                  <a:pt x="3569357" y="0"/>
                </a:lnTo>
                <a:lnTo>
                  <a:pt x="4150446" y="0"/>
                </a:lnTo>
                <a:lnTo>
                  <a:pt x="4639281" y="0"/>
                </a:lnTo>
                <a:lnTo>
                  <a:pt x="4809053" y="0"/>
                </a:lnTo>
                <a:lnTo>
                  <a:pt x="5004021" y="0"/>
                </a:lnTo>
                <a:lnTo>
                  <a:pt x="9345295" y="0"/>
                </a:lnTo>
                <a:lnTo>
                  <a:pt x="9345295" y="6858000"/>
                </a:lnTo>
                <a:lnTo>
                  <a:pt x="5004021" y="6858000"/>
                </a:lnTo>
                <a:lnTo>
                  <a:pt x="4809053" y="6858000"/>
                </a:lnTo>
                <a:lnTo>
                  <a:pt x="4639281" y="6858000"/>
                </a:lnTo>
                <a:lnTo>
                  <a:pt x="4150446" y="6858000"/>
                </a:lnTo>
                <a:lnTo>
                  <a:pt x="3569357" y="6858000"/>
                </a:lnTo>
                <a:lnTo>
                  <a:pt x="2772916" y="6858000"/>
                </a:lnTo>
                <a:lnTo>
                  <a:pt x="2554961" y="6858000"/>
                </a:lnTo>
                <a:lnTo>
                  <a:pt x="2440875" y="6780599"/>
                </a:lnTo>
                <a:cubicBezTo>
                  <a:pt x="2263430" y="6653108"/>
                  <a:pt x="2089244" y="6515397"/>
                  <a:pt x="1913448" y="6374814"/>
                </a:cubicBezTo>
                <a:cubicBezTo>
                  <a:pt x="948098" y="5602839"/>
                  <a:pt x="0" y="4969131"/>
                  <a:pt x="0" y="3621656"/>
                </a:cubicBezTo>
                <a:cubicBezTo>
                  <a:pt x="0" y="2093192"/>
                  <a:pt x="585704" y="754641"/>
                  <a:pt x="1634293" y="14997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9A3E72C-0CD3-48AC-B800-FF5AD5ED46EF}"/>
              </a:ext>
            </a:extLst>
          </p:cNvPr>
          <p:cNvSpPr/>
          <p:nvPr/>
        </p:nvSpPr>
        <p:spPr>
          <a:xfrm>
            <a:off x="9091229" y="5935133"/>
            <a:ext cx="776527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C36E941-4439-42A1-9DC5-27724E451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79" y="55249"/>
            <a:ext cx="6950454" cy="919325"/>
          </a:xfrm>
        </p:spPr>
        <p:txBody>
          <a:bodyPr anchor="b">
            <a:normAutofit/>
          </a:bodyPr>
          <a:lstStyle/>
          <a:p>
            <a:pPr marL="857250" indent="-857250">
              <a:buFont typeface="+mj-lt"/>
              <a:buAutoNum type="arabicPeriod"/>
            </a:pPr>
            <a:r>
              <a:rPr lang="fr-FR" sz="4000" dirty="0"/>
              <a:t>Protocole actuel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D296907-2090-475C-8993-CA48C7A9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" name="Graphique 9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8F4BEDCD-2F67-4AC3-9CF1-F21264321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5F07CE9-927D-4E3C-A269-E84F1C4959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50"/>
          <a:stretch/>
        </p:blipFill>
        <p:spPr>
          <a:xfrm>
            <a:off x="-2" y="10"/>
            <a:ext cx="11161061" cy="6857990"/>
          </a:xfrm>
          <a:custGeom>
            <a:avLst/>
            <a:gdLst/>
            <a:ahLst/>
            <a:cxnLst/>
            <a:rect l="l" t="t" r="r" b="b"/>
            <a:pathLst>
              <a:path w="10293244" h="6858000">
                <a:moveTo>
                  <a:pt x="0" y="0"/>
                </a:moveTo>
                <a:lnTo>
                  <a:pt x="947949" y="0"/>
                </a:lnTo>
                <a:lnTo>
                  <a:pt x="3371353" y="0"/>
                </a:lnTo>
                <a:lnTo>
                  <a:pt x="5289223" y="0"/>
                </a:lnTo>
                <a:lnTo>
                  <a:pt x="5484191" y="0"/>
                </a:lnTo>
                <a:lnTo>
                  <a:pt x="5653963" y="0"/>
                </a:lnTo>
                <a:lnTo>
                  <a:pt x="6142799" y="0"/>
                </a:lnTo>
                <a:lnTo>
                  <a:pt x="6723887" y="0"/>
                </a:lnTo>
                <a:lnTo>
                  <a:pt x="7520328" y="0"/>
                </a:lnTo>
                <a:lnTo>
                  <a:pt x="8636365" y="0"/>
                </a:lnTo>
                <a:lnTo>
                  <a:pt x="8658951" y="14997"/>
                </a:lnTo>
                <a:cubicBezTo>
                  <a:pt x="9707540" y="754641"/>
                  <a:pt x="10293244" y="2093192"/>
                  <a:pt x="10293244" y="3621656"/>
                </a:cubicBezTo>
                <a:cubicBezTo>
                  <a:pt x="10293244" y="4969131"/>
                  <a:pt x="9345146" y="5602839"/>
                  <a:pt x="8379796" y="6374814"/>
                </a:cubicBezTo>
                <a:cubicBezTo>
                  <a:pt x="8204000" y="6515397"/>
                  <a:pt x="8029814" y="6653108"/>
                  <a:pt x="7852370" y="6780599"/>
                </a:cubicBezTo>
                <a:lnTo>
                  <a:pt x="7738283" y="6858000"/>
                </a:lnTo>
                <a:lnTo>
                  <a:pt x="7520328" y="6858000"/>
                </a:lnTo>
                <a:lnTo>
                  <a:pt x="6723887" y="6858000"/>
                </a:lnTo>
                <a:lnTo>
                  <a:pt x="6142799" y="6858000"/>
                </a:lnTo>
                <a:lnTo>
                  <a:pt x="5653963" y="6858000"/>
                </a:lnTo>
                <a:lnTo>
                  <a:pt x="5484191" y="6858000"/>
                </a:lnTo>
                <a:lnTo>
                  <a:pt x="5289223" y="6858000"/>
                </a:lnTo>
                <a:lnTo>
                  <a:pt x="3371353" y="6858000"/>
                </a:lnTo>
                <a:lnTo>
                  <a:pt x="94794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4A4E286-FD20-494A-AC4E-802B5869B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8900"/>
            <a:ext cx="4714206" cy="1371600"/>
          </a:xfrm>
        </p:spPr>
        <p:txBody>
          <a:bodyPr vert="horz" lIns="109728" tIns="109728" rIns="109728" bIns="91440" rtlCol="0" anchor="b">
            <a:noAutofit/>
          </a:bodyPr>
          <a:lstStyle/>
          <a:p>
            <a:pPr marL="857250" indent="-857250">
              <a:buFont typeface="+mj-lt"/>
              <a:buAutoNum type="arabicPeriod" startAt="2"/>
            </a:pPr>
            <a:r>
              <a:rPr lang="fr-FR" sz="2400" dirty="0"/>
              <a:t>Synthèse avec entrainement </a:t>
            </a:r>
            <a:r>
              <a:rPr lang="fr-FR" sz="2400" dirty="0" err="1"/>
              <a:t>hétéoazéotropique</a:t>
            </a:r>
            <a:endParaRPr lang="fr-FR" sz="24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49F5AF-0370-4257-944E-152AC454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9" name="Graphique 8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EE50466A-6958-4891-B4BA-16659F99F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43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0ACBD85E-A404-45CB-B532-1039E479D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DB1626B1-BAC7-4893-A5AC-620597685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64E9910-51FE-45BF-973D-9D2401FD3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0A7B37-8951-4A79-9F3C-C48DABF1BD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174" r="-3" b="-1"/>
          <a:stretch/>
        </p:blipFill>
        <p:spPr>
          <a:xfrm>
            <a:off x="-309" y="-29099"/>
            <a:ext cx="12191980" cy="5964232"/>
          </a:xfrm>
          <a:custGeom>
            <a:avLst/>
            <a:gdLst/>
            <a:ahLst/>
            <a:cxnLst/>
            <a:rect l="l" t="t" r="r" b="b"/>
            <a:pathLst>
              <a:path w="12191694" h="5716988">
                <a:moveTo>
                  <a:pt x="0" y="0"/>
                </a:moveTo>
                <a:lnTo>
                  <a:pt x="12191694" y="0"/>
                </a:lnTo>
                <a:lnTo>
                  <a:pt x="12191694" y="238046"/>
                </a:lnTo>
                <a:lnTo>
                  <a:pt x="12191694" y="493101"/>
                </a:lnTo>
                <a:lnTo>
                  <a:pt x="12191694" y="705998"/>
                </a:lnTo>
                <a:lnTo>
                  <a:pt x="12191694" y="737843"/>
                </a:lnTo>
                <a:lnTo>
                  <a:pt x="12191694" y="1378272"/>
                </a:lnTo>
                <a:lnTo>
                  <a:pt x="12191694" y="1387220"/>
                </a:lnTo>
                <a:lnTo>
                  <a:pt x="12191694" y="1479151"/>
                </a:lnTo>
                <a:lnTo>
                  <a:pt x="12191694" y="2573423"/>
                </a:lnTo>
                <a:lnTo>
                  <a:pt x="12191694" y="4527530"/>
                </a:lnTo>
                <a:lnTo>
                  <a:pt x="12165034" y="4543744"/>
                </a:lnTo>
                <a:cubicBezTo>
                  <a:pt x="10850144" y="5296517"/>
                  <a:pt x="8470558" y="5716988"/>
                  <a:pt x="5753357" y="5716988"/>
                </a:cubicBezTo>
                <a:cubicBezTo>
                  <a:pt x="3357905" y="5716988"/>
                  <a:pt x="2231342" y="5036357"/>
                  <a:pt x="858976" y="4343341"/>
                </a:cubicBezTo>
                <a:cubicBezTo>
                  <a:pt x="609057" y="4217140"/>
                  <a:pt x="364243" y="4092093"/>
                  <a:pt x="137598" y="3964708"/>
                </a:cubicBezTo>
                <a:lnTo>
                  <a:pt x="0" y="3882805"/>
                </a:lnTo>
                <a:lnTo>
                  <a:pt x="0" y="2573423"/>
                </a:lnTo>
                <a:lnTo>
                  <a:pt x="0" y="1387220"/>
                </a:lnTo>
                <a:lnTo>
                  <a:pt x="0" y="1378272"/>
                </a:lnTo>
                <a:lnTo>
                  <a:pt x="0" y="1253139"/>
                </a:lnTo>
                <a:lnTo>
                  <a:pt x="0" y="737843"/>
                </a:lnTo>
                <a:lnTo>
                  <a:pt x="0" y="705998"/>
                </a:lnTo>
                <a:lnTo>
                  <a:pt x="0" y="493101"/>
                </a:lnTo>
                <a:lnTo>
                  <a:pt x="0" y="238046"/>
                </a:lnTo>
                <a:close/>
              </a:path>
            </a:pathLst>
          </a:cu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C46E3AB-346B-4F42-8898-E758E09C8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42887"/>
            <a:ext cx="4241800" cy="1362075"/>
          </a:xfrm>
        </p:spPr>
        <p:txBody>
          <a:bodyPr vert="horz" lIns="109728" tIns="109728" rIns="109728" bIns="91440" rtlCol="0" anchor="b">
            <a:noAutofit/>
          </a:bodyPr>
          <a:lstStyle/>
          <a:p>
            <a:pPr marL="857250" indent="-857250">
              <a:buFont typeface="+mj-lt"/>
              <a:buAutoNum type="arabicPeriod" startAt="3"/>
            </a:pPr>
            <a:r>
              <a:rPr lang="fr-FR" sz="2000" dirty="0"/>
              <a:t>Synthèse à l’aide d’un chlorure d’</a:t>
            </a:r>
            <a:r>
              <a:rPr lang="fr-FR" sz="2000" dirty="0" err="1"/>
              <a:t>alcanoyle</a:t>
            </a:r>
            <a:endParaRPr lang="fr-FR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11CA646-D4BD-4603-B4E8-83162E35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" name="Graphique 8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71672F3A-0D47-4FDF-8197-442E643B0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3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01BE820-8D3B-4C56-A1E6-8BE72BCAF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" b="-1"/>
          <a:stretch/>
        </p:blipFill>
        <p:spPr>
          <a:xfrm>
            <a:off x="-1" y="10"/>
            <a:ext cx="10293244" cy="6857990"/>
          </a:xfrm>
          <a:custGeom>
            <a:avLst/>
            <a:gdLst/>
            <a:ahLst/>
            <a:cxnLst/>
            <a:rect l="l" t="t" r="r" b="b"/>
            <a:pathLst>
              <a:path w="10293244" h="6858000">
                <a:moveTo>
                  <a:pt x="0" y="0"/>
                </a:moveTo>
                <a:lnTo>
                  <a:pt x="947949" y="0"/>
                </a:lnTo>
                <a:lnTo>
                  <a:pt x="3371353" y="0"/>
                </a:lnTo>
                <a:lnTo>
                  <a:pt x="5289223" y="0"/>
                </a:lnTo>
                <a:lnTo>
                  <a:pt x="5484191" y="0"/>
                </a:lnTo>
                <a:lnTo>
                  <a:pt x="5653963" y="0"/>
                </a:lnTo>
                <a:lnTo>
                  <a:pt x="6142799" y="0"/>
                </a:lnTo>
                <a:lnTo>
                  <a:pt x="6723887" y="0"/>
                </a:lnTo>
                <a:lnTo>
                  <a:pt x="7520328" y="0"/>
                </a:lnTo>
                <a:lnTo>
                  <a:pt x="8636365" y="0"/>
                </a:lnTo>
                <a:lnTo>
                  <a:pt x="8658951" y="14997"/>
                </a:lnTo>
                <a:cubicBezTo>
                  <a:pt x="9707540" y="754641"/>
                  <a:pt x="10293244" y="2093192"/>
                  <a:pt x="10293244" y="3621656"/>
                </a:cubicBezTo>
                <a:cubicBezTo>
                  <a:pt x="10293244" y="4969131"/>
                  <a:pt x="9345146" y="5602839"/>
                  <a:pt x="8379796" y="6374814"/>
                </a:cubicBezTo>
                <a:cubicBezTo>
                  <a:pt x="8204000" y="6515397"/>
                  <a:pt x="8029814" y="6653108"/>
                  <a:pt x="7852370" y="6780599"/>
                </a:cubicBezTo>
                <a:lnTo>
                  <a:pt x="7738283" y="6858000"/>
                </a:lnTo>
                <a:lnTo>
                  <a:pt x="7520328" y="6858000"/>
                </a:lnTo>
                <a:lnTo>
                  <a:pt x="6723887" y="6858000"/>
                </a:lnTo>
                <a:lnTo>
                  <a:pt x="6142799" y="6858000"/>
                </a:lnTo>
                <a:lnTo>
                  <a:pt x="5653963" y="6858000"/>
                </a:lnTo>
                <a:lnTo>
                  <a:pt x="5484191" y="6858000"/>
                </a:lnTo>
                <a:lnTo>
                  <a:pt x="5289223" y="6858000"/>
                </a:lnTo>
                <a:lnTo>
                  <a:pt x="3371353" y="6858000"/>
                </a:lnTo>
                <a:lnTo>
                  <a:pt x="94794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0C0693C-272B-44C7-9073-DEADA65D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316071" cy="1254064"/>
          </a:xfrm>
        </p:spPr>
        <p:txBody>
          <a:bodyPr anchor="b">
            <a:normAutofit fontScale="90000"/>
          </a:bodyPr>
          <a:lstStyle/>
          <a:p>
            <a:pPr marL="914400" indent="-914400">
              <a:lnSpc>
                <a:spcPct val="110000"/>
              </a:lnSpc>
              <a:buFont typeface="+mj-lt"/>
              <a:buAutoNum type="arabicPeriod"/>
            </a:pPr>
            <a:r>
              <a:rPr lang="fr-FR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Contrôle de la pureté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AD97749-3F94-4740-B58F-E96A8AF2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9" name="Graphique 8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B0FFBE90-47BC-4629-BE8D-0B56935DE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01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0C0693C-272B-44C7-9073-DEADA65D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7048499" cy="990600"/>
          </a:xfrm>
        </p:spPr>
        <p:txBody>
          <a:bodyPr anchor="b">
            <a:noAutofit/>
          </a:bodyPr>
          <a:lstStyle/>
          <a:p>
            <a:pPr>
              <a:lnSpc>
                <a:spcPct val="110000"/>
              </a:lnSpc>
            </a:pP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CPG Synthèse avec chlorure d’</a:t>
            </a:r>
            <a:r>
              <a:rPr lang="fr-F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alcanolye</a:t>
            </a:r>
            <a:endParaRPr lang="fr-F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9" name="Tableau 2">
            <a:extLst>
              <a:ext uri="{FF2B5EF4-FFF2-40B4-BE49-F238E27FC236}">
                <a16:creationId xmlns:a16="http://schemas.microsoft.com/office/drawing/2014/main" id="{945203FD-6B4D-4B29-AC08-C57B1418C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846077"/>
              </p:ext>
            </p:extLst>
          </p:nvPr>
        </p:nvGraphicFramePr>
        <p:xfrm>
          <a:off x="499918" y="5659755"/>
          <a:ext cx="745882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137">
                  <a:extLst>
                    <a:ext uri="{9D8B030D-6E8A-4147-A177-3AD203B41FA5}">
                      <a16:colId xmlns:a16="http://schemas.microsoft.com/office/drawing/2014/main" val="1966125311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3079505408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248420451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1526755036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3821464664"/>
                    </a:ext>
                  </a:extLst>
                </a:gridCol>
                <a:gridCol w="1243137">
                  <a:extLst>
                    <a:ext uri="{9D8B030D-6E8A-4147-A177-3AD203B41FA5}">
                      <a16:colId xmlns:a16="http://schemas.microsoft.com/office/drawing/2014/main" val="4067563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/>
                        <a:t>Appareil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/>
                        <a:t>Colonne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V</a:t>
                      </a:r>
                      <a:r>
                        <a:rPr lang="fr-FR" sz="1600" b="0" baseline="-25000" dirty="0" err="1"/>
                        <a:t>inj</a:t>
                      </a:r>
                      <a:endParaRPr lang="fr-FR" sz="1600" b="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inj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dét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 err="1"/>
                        <a:t>T</a:t>
                      </a:r>
                      <a:r>
                        <a:rPr lang="fr-FR" sz="1600" b="0" kern="1200" baseline="-250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four</a:t>
                      </a:r>
                      <a:endParaRPr lang="fr-FR" sz="1600" b="0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28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CPG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SP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1,0 µL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160 °C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160 °C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140 °C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57044747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B473305E-79A7-4DCC-BD71-68BF7606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29" r="13400" b="14223"/>
          <a:stretch/>
        </p:blipFill>
        <p:spPr>
          <a:xfrm>
            <a:off x="232107" y="990600"/>
            <a:ext cx="5356595" cy="344104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1011A51-3E3F-4B36-8775-EDCFD9B2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326" y="862780"/>
            <a:ext cx="5140644" cy="338984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BA9CDA0-E9C2-4853-B6C4-D5470183EDB8}"/>
              </a:ext>
            </a:extLst>
          </p:cNvPr>
          <p:cNvSpPr txBox="1"/>
          <p:nvPr/>
        </p:nvSpPr>
        <p:spPr>
          <a:xfrm>
            <a:off x="499918" y="4682818"/>
            <a:ext cx="399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Produit d’intérêt obtenu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825DEAF-047B-4832-BC87-1D6E9131D65E}"/>
              </a:ext>
            </a:extLst>
          </p:cNvPr>
          <p:cNvSpPr txBox="1"/>
          <p:nvPr/>
        </p:nvSpPr>
        <p:spPr>
          <a:xfrm>
            <a:off x="5978229" y="4418499"/>
            <a:ext cx="5537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Produit d’intérêt obtenu enrichi avec de l’alcool isoamylique</a:t>
            </a:r>
          </a:p>
        </p:txBody>
      </p:sp>
      <p:graphicFrame>
        <p:nvGraphicFramePr>
          <p:cNvPr id="7" name="Tableau 9">
            <a:extLst>
              <a:ext uri="{FF2B5EF4-FFF2-40B4-BE49-F238E27FC236}">
                <a16:creationId xmlns:a16="http://schemas.microsoft.com/office/drawing/2014/main" id="{B71D9084-31DF-4A49-AA06-ECE5D2A1F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21460"/>
              </p:ext>
            </p:extLst>
          </p:nvPr>
        </p:nvGraphicFramePr>
        <p:xfrm>
          <a:off x="872684" y="1436317"/>
          <a:ext cx="2305371" cy="98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8457">
                  <a:extLst>
                    <a:ext uri="{9D8B030D-6E8A-4147-A177-3AD203B41FA5}">
                      <a16:colId xmlns:a16="http://schemas.microsoft.com/office/drawing/2014/main" val="2682113262"/>
                    </a:ext>
                  </a:extLst>
                </a:gridCol>
                <a:gridCol w="768457">
                  <a:extLst>
                    <a:ext uri="{9D8B030D-6E8A-4147-A177-3AD203B41FA5}">
                      <a16:colId xmlns:a16="http://schemas.microsoft.com/office/drawing/2014/main" val="664048639"/>
                    </a:ext>
                  </a:extLst>
                </a:gridCol>
                <a:gridCol w="768457">
                  <a:extLst>
                    <a:ext uri="{9D8B030D-6E8A-4147-A177-3AD203B41FA5}">
                      <a16:colId xmlns:a16="http://schemas.microsoft.com/office/drawing/2014/main" val="2317156237"/>
                    </a:ext>
                  </a:extLst>
                </a:gridCol>
              </a:tblGrid>
              <a:tr h="31469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Temps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% 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140743"/>
                  </a:ext>
                </a:extLst>
              </a:tr>
              <a:tr h="2329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2,300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4,45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722979"/>
                  </a:ext>
                </a:extLst>
              </a:tr>
              <a:tr h="2329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2,758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95,55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124117"/>
                  </a:ext>
                </a:extLst>
              </a:tr>
            </a:tbl>
          </a:graphicData>
        </a:graphic>
      </p:graphicFrame>
      <p:sp>
        <p:nvSpPr>
          <p:cNvPr id="21" name="Ellipse 20">
            <a:extLst>
              <a:ext uri="{FF2B5EF4-FFF2-40B4-BE49-F238E27FC236}">
                <a16:creationId xmlns:a16="http://schemas.microsoft.com/office/drawing/2014/main" id="{97B1AD3B-52F1-4586-ABD8-3B33886C24C1}"/>
              </a:ext>
            </a:extLst>
          </p:cNvPr>
          <p:cNvSpPr/>
          <p:nvPr/>
        </p:nvSpPr>
        <p:spPr>
          <a:xfrm>
            <a:off x="2408065" y="1981200"/>
            <a:ext cx="843724" cy="5275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C907D5A-325F-4F3D-A633-2204580E0354}"/>
              </a:ext>
            </a:extLst>
          </p:cNvPr>
          <p:cNvSpPr txBox="1"/>
          <p:nvPr/>
        </p:nvSpPr>
        <p:spPr>
          <a:xfrm>
            <a:off x="2313038" y="2519883"/>
            <a:ext cx="103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Pureté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F7AF6E5-88C1-4F28-A6CF-EC30B760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7" name="Graphique 16" descr="Bécher contour">
            <a:hlinkClick r:id="rId4" action="ppaction://hlinksldjump"/>
            <a:extLst>
              <a:ext uri="{FF2B5EF4-FFF2-40B4-BE49-F238E27FC236}">
                <a16:creationId xmlns:a16="http://schemas.microsoft.com/office/drawing/2014/main" id="{34C27EA0-CE05-46DD-AF8B-E1D4ACA36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28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0C0693C-272B-44C7-9073-DEADA65D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6675"/>
            <a:ext cx="7810038" cy="552450"/>
          </a:xfrm>
        </p:spPr>
        <p:txBody>
          <a:bodyPr anchor="b">
            <a:noAutofit/>
          </a:bodyPr>
          <a:lstStyle/>
          <a:p>
            <a:pPr>
              <a:lnSpc>
                <a:spcPct val="110000"/>
              </a:lnSpc>
            </a:pPr>
            <a:r>
              <a:rPr lang="fr-F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IR Synthèse avec Dean-Stark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9423477-87E6-489F-8E74-86032A313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04" y="685800"/>
            <a:ext cx="7493508" cy="5020776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7825DEAF-047B-4832-BC87-1D6E9131D65E}"/>
              </a:ext>
            </a:extLst>
          </p:cNvPr>
          <p:cNvSpPr txBox="1"/>
          <p:nvPr/>
        </p:nvSpPr>
        <p:spPr>
          <a:xfrm>
            <a:off x="5629272" y="2465874"/>
            <a:ext cx="1866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1"/>
                </a:solidFill>
              </a:rPr>
              <a:t>Liaison O-H détruite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9331D26-B1DC-47C6-87D6-EA0CD58D1844}"/>
              </a:ext>
            </a:extLst>
          </p:cNvPr>
          <p:cNvCxnSpPr/>
          <p:nvPr/>
        </p:nvCxnSpPr>
        <p:spPr>
          <a:xfrm flipH="1">
            <a:off x="1264257" y="2650540"/>
            <a:ext cx="4365015" cy="92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F8255540-0176-4B5C-9C89-A5AB3D446DE8}"/>
              </a:ext>
            </a:extLst>
          </p:cNvPr>
          <p:cNvSpPr txBox="1"/>
          <p:nvPr/>
        </p:nvSpPr>
        <p:spPr>
          <a:xfrm>
            <a:off x="5581647" y="5037624"/>
            <a:ext cx="191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1"/>
                </a:solidFill>
              </a:rPr>
              <a:t>Liaison C=O formée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52664DC-D92A-4F79-BEBE-214070863BE1}"/>
              </a:ext>
            </a:extLst>
          </p:cNvPr>
          <p:cNvCxnSpPr>
            <a:cxnSpLocks/>
          </p:cNvCxnSpPr>
          <p:nvPr/>
        </p:nvCxnSpPr>
        <p:spPr>
          <a:xfrm flipH="1">
            <a:off x="2971800" y="5231815"/>
            <a:ext cx="2581273" cy="175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2234A030-9855-4362-845C-29A5203381C0}"/>
              </a:ext>
            </a:extLst>
          </p:cNvPr>
          <p:cNvSpPr/>
          <p:nvPr/>
        </p:nvSpPr>
        <p:spPr>
          <a:xfrm>
            <a:off x="6724651" y="2743200"/>
            <a:ext cx="2228850" cy="2663429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C037BC2-38DD-49B6-8140-E3E7C5A803DE}"/>
              </a:ext>
            </a:extLst>
          </p:cNvPr>
          <p:cNvSpPr txBox="1"/>
          <p:nvPr/>
        </p:nvSpPr>
        <p:spPr>
          <a:xfrm>
            <a:off x="9039226" y="3799374"/>
            <a:ext cx="3000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chemeClr val="accent1"/>
                </a:solidFill>
              </a:rPr>
              <a:t>La transformation chimique a bien eu lieu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0BDF5BA-CF2C-4294-8B8F-4ECEF567DEF0}"/>
              </a:ext>
            </a:extLst>
          </p:cNvPr>
          <p:cNvSpPr txBox="1"/>
          <p:nvPr/>
        </p:nvSpPr>
        <p:spPr>
          <a:xfrm>
            <a:off x="9071784" y="4797639"/>
            <a:ext cx="30003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i="1" dirty="0">
                <a:solidFill>
                  <a:schemeClr val="accent1"/>
                </a:solidFill>
              </a:rPr>
              <a:t>Comparaison aussi possible entre spectre du produit d’intérêt obtenu pur et sa référence (si disponible).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AAF6AF0-0B8E-4E6C-B7AE-8EB1585F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7" name="Graphique 16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79DE3240-3C3C-4838-A4B4-5DEB3AF2F3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784" y="5993165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0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01BE820-8D3B-4C56-A1E6-8BE72BCAF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" b="-1"/>
          <a:stretch/>
        </p:blipFill>
        <p:spPr>
          <a:xfrm>
            <a:off x="-1" y="10"/>
            <a:ext cx="10293244" cy="6857990"/>
          </a:xfrm>
          <a:custGeom>
            <a:avLst/>
            <a:gdLst/>
            <a:ahLst/>
            <a:cxnLst/>
            <a:rect l="l" t="t" r="r" b="b"/>
            <a:pathLst>
              <a:path w="10293244" h="6858000">
                <a:moveTo>
                  <a:pt x="0" y="0"/>
                </a:moveTo>
                <a:lnTo>
                  <a:pt x="947949" y="0"/>
                </a:lnTo>
                <a:lnTo>
                  <a:pt x="3371353" y="0"/>
                </a:lnTo>
                <a:lnTo>
                  <a:pt x="5289223" y="0"/>
                </a:lnTo>
                <a:lnTo>
                  <a:pt x="5484191" y="0"/>
                </a:lnTo>
                <a:lnTo>
                  <a:pt x="5653963" y="0"/>
                </a:lnTo>
                <a:lnTo>
                  <a:pt x="6142799" y="0"/>
                </a:lnTo>
                <a:lnTo>
                  <a:pt x="6723887" y="0"/>
                </a:lnTo>
                <a:lnTo>
                  <a:pt x="7520328" y="0"/>
                </a:lnTo>
                <a:lnTo>
                  <a:pt x="8636365" y="0"/>
                </a:lnTo>
                <a:lnTo>
                  <a:pt x="8658951" y="14997"/>
                </a:lnTo>
                <a:cubicBezTo>
                  <a:pt x="9707540" y="754641"/>
                  <a:pt x="10293244" y="2093192"/>
                  <a:pt x="10293244" y="3621656"/>
                </a:cubicBezTo>
                <a:cubicBezTo>
                  <a:pt x="10293244" y="4969131"/>
                  <a:pt x="9345146" y="5602839"/>
                  <a:pt x="8379796" y="6374814"/>
                </a:cubicBezTo>
                <a:cubicBezTo>
                  <a:pt x="8204000" y="6515397"/>
                  <a:pt x="8029814" y="6653108"/>
                  <a:pt x="7852370" y="6780599"/>
                </a:cubicBezTo>
                <a:lnTo>
                  <a:pt x="7738283" y="6858000"/>
                </a:lnTo>
                <a:lnTo>
                  <a:pt x="7520328" y="6858000"/>
                </a:lnTo>
                <a:lnTo>
                  <a:pt x="6723887" y="6858000"/>
                </a:lnTo>
                <a:lnTo>
                  <a:pt x="6142799" y="6858000"/>
                </a:lnTo>
                <a:lnTo>
                  <a:pt x="5653963" y="6858000"/>
                </a:lnTo>
                <a:lnTo>
                  <a:pt x="5484191" y="6858000"/>
                </a:lnTo>
                <a:lnTo>
                  <a:pt x="5289223" y="6858000"/>
                </a:lnTo>
                <a:lnTo>
                  <a:pt x="3371353" y="6858000"/>
                </a:lnTo>
                <a:lnTo>
                  <a:pt x="94794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10C0693C-272B-44C7-9073-DEADA65D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316071" cy="1254064"/>
          </a:xfrm>
        </p:spPr>
        <p:txBody>
          <a:bodyPr anchor="b">
            <a:normAutofit fontScale="90000"/>
          </a:bodyPr>
          <a:lstStyle/>
          <a:p>
            <a:pPr marL="914400" indent="-914400">
              <a:lnSpc>
                <a:spcPct val="110000"/>
              </a:lnSpc>
              <a:buFont typeface="+mj-lt"/>
              <a:buAutoNum type="arabicPeriod"/>
            </a:pPr>
            <a:r>
              <a:rPr lang="fr-FR" sz="3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Contrôle de la pureté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ABFFDD2-221C-45EF-86D0-527B9D59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9" name="Graphique 8" descr="Bécher contour">
            <a:hlinkClick r:id="rId3" action="ppaction://hlinksldjump"/>
            <a:extLst>
              <a:ext uri="{FF2B5EF4-FFF2-40B4-BE49-F238E27FC236}">
                <a16:creationId xmlns:a16="http://schemas.microsoft.com/office/drawing/2014/main" id="{08E25E3E-C030-4BC6-B346-60480098C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5174" y="599522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9592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RegularSeedRightStep">
      <a:dk1>
        <a:srgbClr val="000000"/>
      </a:dk1>
      <a:lt1>
        <a:srgbClr val="FFFFFF"/>
      </a:lt1>
      <a:dk2>
        <a:srgbClr val="412A24"/>
      </a:dk2>
      <a:lt2>
        <a:srgbClr val="E2E8E4"/>
      </a:lt2>
      <a:accent1>
        <a:srgbClr val="D7399D"/>
      </a:accent1>
      <a:accent2>
        <a:srgbClr val="C52749"/>
      </a:accent2>
      <a:accent3>
        <a:srgbClr val="D75939"/>
      </a:accent3>
      <a:accent4>
        <a:srgbClr val="C58927"/>
      </a:accent4>
      <a:accent5>
        <a:srgbClr val="A6AA2D"/>
      </a:accent5>
      <a:accent6>
        <a:srgbClr val="72B323"/>
      </a:accent6>
      <a:hlink>
        <a:srgbClr val="319355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Microsoft Office PowerPoint</Application>
  <PresentationFormat>Grand écran</PresentationFormat>
  <Paragraphs>482</Paragraphs>
  <Slides>27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Meiryo</vt:lpstr>
      <vt:lpstr>Arial</vt:lpstr>
      <vt:lpstr>Calibri</vt:lpstr>
      <vt:lpstr>Cambria Math</vt:lpstr>
      <vt:lpstr>Corbel</vt:lpstr>
      <vt:lpstr>Noto Sans Symbols</vt:lpstr>
      <vt:lpstr>Times New Roman</vt:lpstr>
      <vt:lpstr>SketchLinesVTI</vt:lpstr>
      <vt:lpstr>CS ChemDraw Drawing</vt:lpstr>
      <vt:lpstr>Synthèse d’un arôme artificiel</vt:lpstr>
      <vt:lpstr>Cahier des charges</vt:lpstr>
      <vt:lpstr>Plan</vt:lpstr>
      <vt:lpstr>Planning</vt:lpstr>
      <vt:lpstr>Protocole actuel</vt:lpstr>
      <vt:lpstr>Protocole actuel</vt:lpstr>
      <vt:lpstr>Synthèse avec entrainement hétéoazéotropique</vt:lpstr>
      <vt:lpstr>Synthèse avec entrainement hétéoazéotropique</vt:lpstr>
      <vt:lpstr>Synthèse à l’aide d’un chlorure d’alcanoyle</vt:lpstr>
      <vt:lpstr>Synthèse à l’aide d’un chlorure d’alcanoyle</vt:lpstr>
      <vt:lpstr>Contrôle de la pureté</vt:lpstr>
      <vt:lpstr>Détermination du rendement</vt:lpstr>
      <vt:lpstr>Détermination du rendement</vt:lpstr>
      <vt:lpstr>Détermination du rendement</vt:lpstr>
      <vt:lpstr>Analyse de l’acide acétique</vt:lpstr>
      <vt:lpstr>Analyse de l’acide acétique</vt:lpstr>
      <vt:lpstr>Analyse de l’alcool isoamylique</vt:lpstr>
      <vt:lpstr>Précision spectrale du spectrophotomètre</vt:lpstr>
      <vt:lpstr>Justesse du spectrophotomètre</vt:lpstr>
      <vt:lpstr>Bilan</vt:lpstr>
      <vt:lpstr>Protocole actuel</vt:lpstr>
      <vt:lpstr>Synthèse avec entrainement hétéoazéotropique</vt:lpstr>
      <vt:lpstr>Synthèse à l’aide d’un chlorure d’alcanoyle</vt:lpstr>
      <vt:lpstr>Contrôle de la pureté</vt:lpstr>
      <vt:lpstr>CPG Synthèse avec chlorure d’alcanolye</vt:lpstr>
      <vt:lpstr>IR Synthèse avec Dean-Stark</vt:lpstr>
      <vt:lpstr>Contrôle de la pureté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Synthèse d’un arôme artificiel</dc:title>
  <dc:creator>Eric Winckler</dc:creator>
  <cp:lastModifiedBy>ERIC WINCKLER</cp:lastModifiedBy>
  <cp:revision>35</cp:revision>
  <dcterms:created xsi:type="dcterms:W3CDTF">2021-01-18T15:39:35Z</dcterms:created>
  <dcterms:modified xsi:type="dcterms:W3CDTF">2026-08-15T15:20:24Z</dcterms:modified>
</cp:coreProperties>
</file>